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隐私计算·case·v2.2-cn-intl（说明文档）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核心协议 的取值/配置为 MPC、联邦学习、可信执行环境 ，约束条件包括支持 MPC、支持 联邦学习、支持 可信执行环境。</a:t>
            </a:r>
          </a:p>
          <a:p>
            <a:r>
              <a:rPr sz="1200"/>
              <a:t>在企业版部署中，隐私计算 将 事件摄取吞吐 设计为 120000 events/s，并受到 enterprise-edition、3-node 的边界约束；相关细节记录的 fact_id 为 P008-F142，自 2025-06-01 起生效。</a:t>
            </a:r>
          </a:p>
          <a:p>
            <a:r>
              <a:rPr sz="1200"/>
              <a:t>隐私计算 面向 数据防泄漏、隐私计算和数据治理 的高隔离要求，其 API 峰值并发 被定为 1200 req/s；叠加 enterprise-edition 之后，可支撑 120000 events/s 的吞吐基线，覆盖 cn 区域。</a:t>
            </a:r>
          </a:p>
          <a:p>
            <a:r>
              <a:rPr sz="1200"/>
              <a:t>从运维视角看，隐私计算 在 v2.2-cn-intl 上的 P95 检索延迟 表现稳定为 120 ms，p95、warm；这一口径与相邻产品 P007 的 数据防泄漏、隐私计算和数据治理 联合方案保持一致。</a:t>
            </a:r>
          </a:p>
          <a:p>
            <a:r>
              <a:rPr sz="1200"/>
              <a:t>隐私计算 的产品资料强调 最大单文档上传；在默认配置下等于 8 MB，约束为 默认限制。当工作负载包含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日志/审计留存期 记为 45 days，限定条件 默认；该数值服务于 数据防泄漏、隐私计算和数据治理，由 v2.2-cn-intl 版本正式支持。</a:t>
            </a:r>
          </a:p>
          <a:p>
            <a:r>
              <a:rPr sz="1200"/>
              <a:t>关于 隐私计算 的 批量接口吞吐，文献给出的标准口径为 860 ops/s，并附加 batch=32 说明；这是评估 数据防泄漏、隐私计算和数据治理 能力时的重要依据（P008-F147）。</a:t>
            </a:r>
          </a:p>
          <a:p>
            <a:r>
              <a:rPr sz="1200"/>
              <a:t>隐私计算 v2.2-cn-intl 的 当前版本线 配置为 v2.2 version；在 GA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默认批次大小 的取值/配置为 32 items，约束条件包括可配置。</a:t>
            </a:r>
          </a:p>
          <a:p>
            <a:r>
              <a:rPr sz="1200"/>
              <a:t>在企业版部署中，隐私计算 将 不支持能力 设计为 不支持轻量节点的同态全加密 ，并受到 negation 的边界约束；相关细节记录的 fact_id 为 P008-F150，自 2025-01-01 起生效。</a:t>
            </a:r>
          </a:p>
          <a:p>
            <a:r>
              <a:rPr sz="1200"/>
              <a:t>隐私计算 面向 数据防泄漏、隐私计算和数据治理 的高隔离要求，其 否定事实 被定为 不支持跨国联邦集群 ；叠加 negation、must-not-claim 之后，可支撑 120000 events/s 的吞吐基线，覆盖 cn 区域。</a:t>
            </a:r>
          </a:p>
          <a:p>
            <a:r>
              <a:rPr sz="1200"/>
              <a:t>从运维视角看，隐私计算 在 v2.2-cn-intl 上的 否定事实 表现稳定为 TEE 需可信启动证明 ，negation、must-not-claim；这一口径与相邻产品 P007 的 数据防泄漏、隐私计算和数据治理 联合方案保持一致。</a:t>
            </a:r>
          </a:p>
          <a:p>
            <a:r>
              <a:rPr sz="1200"/>
              <a:t>隐私计算 的产品资料强调 可用性目标；在默认配置下等于 99.9 percent，约束为 enterprise-SLA。当工作负载包含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合规基座 记为 GB-35273/CAC-审查-P008 ，限定条件 zh-cn；该数值服务于 数据防泄漏、隐私计算和数据治理，由 v2.2-cn-intl 版本正式支持。</a:t>
            </a:r>
          </a:p>
          <a:p>
            <a:r>
              <a:rPr sz="1200"/>
              <a:t>关于 隐私计算 的 企业版起价，文献给出的标准口径为 19960 cny/月，并附加 per-org、annual 说明；这是评估 数据防泄漏、隐私计算和数据治理 能力时的重要依据（P008-F155）。</a:t>
            </a:r>
          </a:p>
          <a:p>
            <a:r>
              <a:rPr sz="1200"/>
              <a:t>隐私计算 v2.2-cn-intl 的 主邻接产品 配置为 P007 product；在 邻接 P007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旧版事件吞吐 的取值/配置为 74400 events/s，约束条件包括v2.1、legacy。</a:t>
            </a:r>
          </a:p>
          <a:p>
            <a:r>
              <a:rPr sz="1200"/>
              <a:t>在企业版部署中，隐私计算 将 旧版 P95 延迟 设计为 204 ms，并受到 v2.1、legacy 的边界约束；相关细节记录的 fact_id 为 P008-F158，自 2024-06-01 起生效。</a:t>
            </a:r>
          </a:p>
          <a:p>
            <a:r>
              <a:rPr sz="1200"/>
              <a:t>隐私计算 面向 数据防泄漏、隐私计算和数据治理 的高隔离要求，其 与 P007 兼容 被定为 true bool；叠加 edge P008-&gt;P007 之后，可支撑 120000 events/s 的吞吐基线，覆盖 cn 区域。</a:t>
            </a:r>
          </a:p>
          <a:p>
            <a:r>
              <a:rPr sz="1200"/>
              <a:t>从运维视角看，隐私计算 在 v2.2-cn-intl 上的 与 P015 兼容 表现稳定为 true bool，edge P008-&gt;P015；这一口径与相邻产品 P007 的 数据防泄漏、隐私计算和数据治理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在企业版部署中，隐私计算 将 P95 检索延迟 设计为 120 ms，并受到 p95、warm 的边界约束；相关细节记录的 fact_id 为 P008-F144，自 2026-01-01 起生效。</a:t>
            </a:r>
          </a:p>
          <a:p>
            <a:r>
              <a:rPr sz="1200"/>
              <a:t>隐私计算 面向 数据防泄漏、隐私计算和数据治理 的高隔离要求，其 最大单文档上传 被定为 8 MB；叠加 默认限制 之后，可支撑 120000 events/s 的吞吐基线，覆盖 cn 区域。</a:t>
            </a:r>
          </a:p>
          <a:p>
            <a:r>
              <a:rPr sz="1200"/>
              <a:t>从运维视角看，隐私计算 在 v2.2-cn-intl 上的 日志/审计留存期 表现稳定为 45 days，默认；这一口径与相邻产品 P007 的 数据防泄漏、隐私计算和数据治理 联合方案保持一致。</a:t>
            </a:r>
          </a:p>
          <a:p>
            <a:r>
              <a:rPr sz="1200"/>
              <a:t>隐私计算 的产品资料强调 批量接口吞吐；在默认配置下等于 860 ops/s，约束为 batch=32。当工作负载包含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当前版本线 记为 v2.2 version，限定条件 GA；该数值服务于 数据防泄漏、隐私计算和数据治理，由 v2.2-cn-intl 版本正式支持。</a:t>
            </a:r>
          </a:p>
          <a:p>
            <a:r>
              <a:rPr sz="1200"/>
              <a:t>关于 隐私计算 的 默认批次大小，文献给出的标准口径为 32 items，并附加 可配置 说明；这是评估 数据防泄漏、隐私计算和数据治理 能力时的重要依据（P008-F149）。</a:t>
            </a:r>
          </a:p>
          <a:p>
            <a:r>
              <a:rPr sz="1200"/>
              <a:t>隐私计算 v2.2-cn-intl 的 不支持能力 配置为 不支持轻量节点的同态全加密 ；在 negation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否定事实 的取值/配置为 不支持跨国联邦集群 ，约束条件包括negation、must-not-claim。</a:t>
            </a:r>
          </a:p>
          <a:p>
            <a:r>
              <a:rPr sz="1200"/>
              <a:t>在企业版部署中，隐私计算 将 否定事实 设计为 TEE 需可信启动证明 ，并受到 negation、must-not-claim 的边界约束；相关细节记录的 fact_id 为 P008-F152，自 2025-01-01 起生效。</a:t>
            </a:r>
          </a:p>
          <a:p>
            <a:r>
              <a:rPr sz="1200"/>
              <a:t>隐私计算 面向 数据防泄漏、隐私计算和数据治理 的高隔离要求，其 可用性目标 被定为 99.9 percent；叠加 enterprise-SLA 之后，可支撑 120000 events/s 的吞吐基线，覆盖 cn 区域。</a:t>
            </a:r>
          </a:p>
          <a:p>
            <a:r>
              <a:rPr sz="1200"/>
              <a:t>从运维视角看，隐私计算 在 v2.2-cn-intl 上的 合规基座 表现稳定为 GB-35273/CAC-审查-P008 ，zh-cn；这一口径与相邻产品 P007 的 数据防泄漏、隐私计算和数据治理 联合方案保持一致。</a:t>
            </a:r>
          </a:p>
          <a:p>
            <a:r>
              <a:rPr sz="1200"/>
              <a:t>隐私计算 的产品资料强调 企业版起价；在默认配置下等于 19960 cny/月，约束为 per-org、annual。当工作负载包含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主邻接产品 记为 P007 product，限定条件 邻接 P007；该数值服务于 数据防泄漏、隐私计算和数据治理，由 v2.2-cn-intl 版本正式支持。</a:t>
            </a:r>
          </a:p>
          <a:p>
            <a:r>
              <a:rPr sz="1200"/>
              <a:t>关于 隐私计算 的 旧版事件吞吐，文献给出的标准口径为 74400 events/s，并附加 v2.1、legacy 说明；这是评估 数据防泄漏、隐私计算和数据治理 能力时的重要依据（P008-F157）。</a:t>
            </a:r>
          </a:p>
          <a:p>
            <a:r>
              <a:rPr sz="1200"/>
              <a:t>隐私计算 v2.2-cn-intl 的 旧版 P95 延迟 配置为 204 ms；在 v2.1、legacy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与 P007 兼容 的取值/配置为 true bool，约束条件包括edge P008-&gt;P007。</a:t>
            </a:r>
          </a:p>
          <a:p>
            <a:r>
              <a:rPr sz="1200"/>
              <a:t>在企业版部署中，隐私计算 将 与 P015 兼容 设计为 true bool，并受到 edge P008-&gt;P015 的边界约束；相关细节记录的 fact_id 为 P008-F160，自 2025-02-01 起生效。</a:t>
            </a:r>
          </a:p>
          <a:p>
            <a:r>
              <a:rPr sz="1200"/>
              <a:t>隐私计算 面向 数据防泄漏、隐私计算和数据治理 的高隔离要求，其 核心协议 被定为 MPC、联邦学习、可信执行环境 ；叠加 支持 MPC、支持 联邦学习、支持 可信执行环境 之后，可支撑 120000 events/s 的吞吐基线，覆盖 cn 区域。</a:t>
            </a:r>
          </a:p>
          <a:p>
            <a:r>
              <a:rPr sz="1200"/>
              <a:t>从运维视角看，隐私计算 在 v2.2-cn-intl 上的 事件摄取吞吐 表现稳定为 120000 events/s，enterprise-edition、3-node；这一口径与相邻产品 P007 的 数据防泄漏、隐私计算和数据治理 联合方案保持一致。</a:t>
            </a:r>
          </a:p>
          <a:p>
            <a:r>
              <a:rPr sz="1200"/>
              <a:t>隐私计算 的产品资料强调 API 峰值并发；在默认配置下等于 1200 req/s，约束为 enterprise-edition。当工作负载包含 联邦、多方计算、加密、隐私求交、脱敏、协作计算、密文、TEE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隐私计算 面向 数据防泄漏、隐私计算和数据治理 的高隔离要求，其 批量接口吞吐 被定为 860 ops/s；叠加 batch=32 之后，可支撑 120000 events/s 的吞吐基线，覆盖 cn 区域。</a:t>
            </a:r>
          </a:p>
          <a:p>
            <a:r>
              <a:rPr sz="1200"/>
              <a:t>从运维视角看，隐私计算 在 v2.2-cn-intl 上的 当前版本线 表现稳定为 v2.2 version，GA；这一口径与相邻产品 P007 的 数据防泄漏、隐私计算和数据治理 联合方案保持一致。</a:t>
            </a:r>
          </a:p>
          <a:p>
            <a:r>
              <a:rPr sz="1200"/>
              <a:t>隐私计算 的产品资料强调 默认批次大小；在默认配置下等于 32 items，约束为 可配置。当工作负载包含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不支持能力 记为 不支持轻量节点的同态全加密 ，限定条件 negation；该数值服务于 数据防泄漏、隐私计算和数据治理，由 v2.2-cn-intl 版本正式支持。</a:t>
            </a:r>
          </a:p>
          <a:p>
            <a:r>
              <a:rPr sz="1200"/>
              <a:t>关于 隐私计算 的 否定事实，文献给出的标准口径为 不支持跨国联邦集群 ，并附加 negation、must-not-claim 说明；这是评估 数据防泄漏、隐私计算和数据治理 能力时的重要依据（P008-F151）。</a:t>
            </a:r>
          </a:p>
          <a:p>
            <a:r>
              <a:rPr sz="1200"/>
              <a:t>隐私计算 v2.2-cn-intl 的 否定事实 配置为 TEE 需可信启动证明 ；在 negation、must-not-claim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可用性目标 的取值/配置为 99.9 percent，约束条件包括enterprise-SLA。</a:t>
            </a:r>
          </a:p>
          <a:p>
            <a:r>
              <a:rPr sz="1200"/>
              <a:t>在企业版部署中，隐私计算 将 合规基座 设计为 GB-35273/CAC-审查-P008 ，并受到 zh-cn 的边界约束；相关细节记录的 fact_id 为 P008-F154，自 2025-05-01 起生效。</a:t>
            </a:r>
          </a:p>
          <a:p>
            <a:r>
              <a:rPr sz="1200"/>
              <a:t>隐私计算 面向 数据防泄漏、隐私计算和数据治理 的高隔离要求，其 企业版起价 被定为 19960 cny/月；叠加 per-org、annual 之后，可支撑 120000 events/s 的吞吐基线，覆盖 cn 区域。</a:t>
            </a:r>
          </a:p>
          <a:p>
            <a:r>
              <a:rPr sz="1200"/>
              <a:t>从运维视角看，隐私计算 在 v2.2-cn-intl 上的 主邻接产品 表现稳定为 P007 product，邻接 P007；这一口径与相邻产品 P007 的 数据防泄漏、隐私计算和数据治理 联合方案保持一致。</a:t>
            </a:r>
          </a:p>
          <a:p>
            <a:r>
              <a:rPr sz="1200"/>
              <a:t>隐私计算 的产品资料强调 旧版事件吞吐；在默认配置下等于 74400 events/s，约束为 v2.1、legacy。当工作负载包含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旧版 P95 延迟 记为 204 ms，限定条件 v2.1、legacy；该数值服务于 数据防泄漏、隐私计算和数据治理，由 v2.2-cn-intl 版本正式支持。</a:t>
            </a:r>
          </a:p>
          <a:p>
            <a:r>
              <a:rPr sz="1200"/>
              <a:t>关于 隐私计算 的 与 P007 兼容，文献给出的标准口径为 true bool，并附加 edge P008-&gt;P007 说明；这是评估 数据防泄漏、隐私计算和数据治理 能力时的重要依据（P008-F159）。</a:t>
            </a:r>
          </a:p>
          <a:p>
            <a:r>
              <a:rPr sz="1200"/>
              <a:t>隐私计算 v2.2-cn-intl 的 与 P015 兼容 配置为 true bool；在 edge P008-&gt;P015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核心协议 的取值/配置为 MPC、联邦学习、可信执行环境 ，约束条件包括支持 MPC、支持 联邦学习、支持 可信执行环境。</a:t>
            </a:r>
          </a:p>
          <a:p>
            <a:r>
              <a:rPr sz="1200"/>
              <a:t>在企业版部署中，隐私计算 将 事件摄取吞吐 设计为 120000 events/s，并受到 enterprise-edition、3-node 的边界约束；相关细节记录的 fact_id 为 P008-F142，自 2025-06-01 起生效。</a:t>
            </a:r>
          </a:p>
          <a:p>
            <a:r>
              <a:rPr sz="1200"/>
              <a:t>隐私计算 面向 数据防泄漏、隐私计算和数据治理 的高隔离要求，其 API 峰值并发 被定为 1200 req/s；叠加 enterprise-edition 之后，可支撑 120000 events/s 的吞吐基线，覆盖 cn 区域。</a:t>
            </a:r>
          </a:p>
          <a:p>
            <a:r>
              <a:rPr sz="1200"/>
              <a:t>从运维视角看，隐私计算 在 v2.2-cn-intl 上的 P95 检索延迟 表现稳定为 120 ms，p95、warm；这一口径与相邻产品 P007 的 数据防泄漏、隐私计算和数据治理 联合方案保持一致。</a:t>
            </a:r>
          </a:p>
          <a:p>
            <a:r>
              <a:rPr sz="1200"/>
              <a:t>隐私计算 的产品资料强调 最大单文档上传；在默认配置下等于 8 MB，约束为 默认限制。当工作负载包含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日志/审计留存期 记为 45 days，限定条件 默认；该数值服务于 数据防泄漏、隐私计算和数据治理，由 v2.2-cn-intl 版本正式支持。</a:t>
            </a:r>
          </a:p>
          <a:p>
            <a:r>
              <a:rPr sz="1600"/>
              <a:t>部署形态与建议 - 4</a:t>
            </a:r>
          </a:p>
          <a:p>
            <a:r>
              <a:rPr sz="1200"/>
              <a:t>从运维视角看，隐私计算 在 v2.2-cn-intl 上的 不支持能力 表现稳定为 不支持轻量节点的同态全加密 ，negation；这一口径与相邻产品 P007 的 数据防泄漏、隐私计算和数据治理 联合方案保持一致。</a:t>
            </a:r>
          </a:p>
          <a:p>
            <a:r>
              <a:rPr sz="1200"/>
              <a:t>隐私计算 的产品资料强调 否定事实；在默认配置下等于 不支持跨国联邦集群 ，约束为 negation、must-not-claim。当工作负载包含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否定事实 记为 TEE 需可信启动证明 ，限定条件 negation、must-not-claim；该数值服务于 数据防泄漏、隐私计算和数据治理，由 v2.2-cn-intl 版本正式支持。</a:t>
            </a:r>
          </a:p>
          <a:p>
            <a:r>
              <a:rPr sz="1200"/>
              <a:t>关于 隐私计算 的 可用性目标，文献给出的标准口径为 99.9 percent，并附加 enterprise-SLA 说明；这是评估 数据防泄漏、隐私计算和数据治理 能力时的重要依据（P008-F153）。</a:t>
            </a:r>
          </a:p>
          <a:p>
            <a:r>
              <a:rPr sz="1200"/>
              <a:t>隐私计算 v2.2-cn-intl 的 合规基座 配置为 GB-35273/CAC-审查-P008 ；在 zh-cn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企业版起价 的取值/配置为 19960 cny/月，约束条件包括per-org、annual。</a:t>
            </a:r>
          </a:p>
          <a:p>
            <a:r>
              <a:rPr sz="1200"/>
              <a:t>在企业版部署中，隐私计算 将 主邻接产品 设计为 P007 product，并受到 邻接 P007 的边界约束；相关细节记录的 fact_id 为 P008-F156，自 2025-02-01 起生效。</a:t>
            </a:r>
          </a:p>
          <a:p>
            <a:r>
              <a:rPr sz="1200"/>
              <a:t>隐私计算 面向 数据防泄漏、隐私计算和数据治理 的高隔离要求，其 旧版事件吞吐 被定为 74400 events/s；叠加 v2.1、legacy 之后，可支撑 120000 events/s 的吞吐基线，覆盖 cn 区域。</a:t>
            </a:r>
          </a:p>
          <a:p>
            <a:r>
              <a:rPr sz="1200"/>
              <a:t>从运维视角看，隐私计算 在 v2.2-cn-intl 上的 旧版 P95 延迟 表现稳定为 204 ms，v2.1、legacy；这一口径与相邻产品 P007 的 数据防泄漏、隐私计算和数据治理 联合方案保持一致。</a:t>
            </a:r>
          </a:p>
          <a:p>
            <a:r>
              <a:rPr sz="1200"/>
              <a:t>隐私计算 的产品资料强调 与 P007 兼容；在默认配置下等于 true bool，约束为 edge P008-&gt;P007。当工作负载包含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与 P015 兼容 记为 true bool，限定条件 edge P008-&gt;P015；该数值服务于 数据防泄漏、隐私计算和数据治理，由 v2.2-cn-intl 版本正式支持。</a:t>
            </a:r>
          </a:p>
          <a:p>
            <a:r>
              <a:rPr sz="1200"/>
              <a:t>关于 隐私计算 的 核心协议，文献给出的标准口径为 MPC、联邦学习、可信执行环境 ，并附加 支持 MPC、支持 联邦学习、支持 可信执行环境 说明；这是评估 数据防泄漏、隐私计算和数据治理 能力时的重要依据（P008-F141）。</a:t>
            </a:r>
          </a:p>
          <a:p>
            <a:r>
              <a:rPr sz="1200"/>
              <a:t>隐私计算 v2.2-cn-intl 的 事件摄取吞吐 配置为 120000 events/s；在 enterprise-edition、3-node 场景下仍能维持 120 ms 的 P95 延迟，符合 cn 区域的运营要求。</a:t>
            </a:r>
          </a:p>
          <a:p>
            <a:r>
              <a:rPr sz="1200"/>
              <a:t>隐私计算（Privacy Computing，代号 PRIVC）隶属于数据防泄漏、隐私计算和数据治理场景，当前生命状态ACTIVE，当前版本线 v2.2。其 API 峰值并发 的取值/配置为 1200 req/s，约束条件包括enterprise-edition。</a:t>
            </a:r>
          </a:p>
          <a:p>
            <a:r>
              <a:rPr sz="1200"/>
              <a:t>在企业版部署中，隐私计算 将 P95 检索延迟 设计为 120 ms，并受到 p95、warm 的边界约束；相关细节记录的 fact_id 为 P008-F144，自 2026-01-01 起生效。</a:t>
            </a:r>
          </a:p>
          <a:p>
            <a:r>
              <a:rPr sz="1200"/>
              <a:t>隐私计算 面向 数据防泄漏、隐私计算和数据治理 的高隔离要求，其 最大单文档上传 被定为 8 MB；叠加 默认限制 之后，可支撑 120000 events/s 的吞吐基线，覆盖 cn 区域。</a:t>
            </a:r>
          </a:p>
          <a:p>
            <a:r>
              <a:rPr sz="1200"/>
              <a:t>从运维视角看，隐私计算 在 v2.2-cn-intl 上的 日志/审计留存期 表现稳定为 45 days，默认；这一口径与相邻产品 P007 的 数据防泄漏、隐私计算和数据治理 联合方案保持一致。</a:t>
            </a:r>
          </a:p>
          <a:p>
            <a:r>
              <a:rPr sz="1200"/>
              <a:t>隐私计算 的产品资料强调 批量接口吞吐；在默认配置下等于 860 ops/s，约束为 batch=32。当工作负载包含 联邦、多方计算、加密、隐私求交、脱敏、协作计算、密文、TEE 等能力维度时，上述约束保持不变。</a:t>
            </a:r>
          </a:p>
          <a:p>
            <a:r>
              <a:rPr sz="1200"/>
              <a:t>Privacy Computing（PRIVC）的 当前版本线 记为 v2.2 version，限定条件 GA；该数值服务于 数据防泄漏、隐私计算和数据治理，由 v2.2-cn-intl 版本正式支持。</a:t>
            </a:r>
          </a:p>
          <a:p>
            <a:r>
              <a:rPr sz="1200"/>
              <a:t>关于 隐私计算 的 默认批次大小，文献给出的标准口径为 32 items，并附加 可配置 说明；这是评估 数据防泄漏、隐私计算和数据治理 能力时的重要依据（P008-F149）。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边界事实（must-not-claim）：不支持跨国联邦集群。</a:t>
            </a:r>
          </a:p>
          <a:p>
            <a:r>
              <a:rPr sz="1200"/>
              <a:t>边界事实：隐私计算 不支持 不支持轻量节点的同态全加密（详见 P008-F 系事实）。</a:t>
            </a:r>
          </a:p>
          <a:p>
            <a:r>
              <a:rPr sz="1200"/>
              <a:t>边界事实（must-not-claim）：TEE 需可信启动证明。</a:t>
            </a:r>
          </a:p>
          <a:p>
            <a:r>
              <a:rPr sz="1200"/>
              <a:t>边界事实：隐私计算 不支持 不支持轻量节点的同态全加密（详见 P008-F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