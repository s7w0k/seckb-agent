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供应链安全·case·v1.5-cn-intl（说明文档）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产品定位与场景 - 1</a:t>
            </a:r>
          </a:p>
          <a:p>
            <a:r>
              <a:rPr sz="1200"/>
              <a:t>供应链安全（Model Supply Chain Security，代号 MSSC）隶属于模型供应链、来源追踪和红队评估场景，当前生命状态ACTIVE，当前版本线 v1.5。其 核心协议 的取值/配置为 SBOM 校验、镜像签名 ，约束条件包括支持 SBOM 校验、支持 镜像签名。</a:t>
            </a:r>
          </a:p>
          <a:p>
            <a:r>
              <a:rPr sz="1200"/>
              <a:t>在企业版部署中，供应链安全 将 事件摄取吞吐 设计为 54000 events/s，并受到 standard-edition、3-node 的边界约束；相关细节记录的 fact_id 为 P010-F182，自 2025-06-01 起生效。</a:t>
            </a:r>
          </a:p>
          <a:p>
            <a:r>
              <a:rPr sz="1200"/>
              <a:t>供应链安全 面向 模型供应链、来源追踪和红队评估 的高隔离要求，其 API 峰值并发 被定为 2000 req/s；叠加 standard-edition 之后，可支撑 54000 events/s 的吞吐基线，覆盖 cn 区域。</a:t>
            </a:r>
          </a:p>
          <a:p>
            <a:r>
              <a:rPr sz="1200"/>
              <a:t>从运维视角看，供应链安全 在 v1.5-cn-intl 上的 P95 检索延迟 表现稳定为 26 ms，p95、warm；这一口径与相邻产品 P002 的 模型供应链、来源追踪和红队评估 联合方案保持一致。</a:t>
            </a:r>
          </a:p>
          <a:p>
            <a:r>
              <a:rPr sz="1200"/>
              <a:t>供应链安全 的产品资料强调 最大单文档上传；在默认配置下等于 10 MB，约束为 默认限制。当工作负载包含 供应链、签名、SBOM、镜像、漏洞扫描、补丁、依赖 等能力维度时，上述约束保持不变。</a:t>
            </a:r>
          </a:p>
          <a:p>
            <a:r>
              <a:rPr sz="1200"/>
              <a:t>Model Supply Chain Security（MSSC）的 日志/审计留存期 记为 300 days，限定条件 默认；该数值服务于 模型供应链、来源追踪和红队评估，由 v1.5-cn-intl 版本正式支持。</a:t>
            </a:r>
          </a:p>
          <a:p>
            <a:r>
              <a:rPr sz="1200"/>
              <a:t>关于 供应链安全 的 批量接口吞吐，文献给出的标准口径为 1600 ops/s，并附加 batch=128 说明；这是评估 模型供应链、来源追踪和红队评估 能力时的重要依据（P010-F187）。</a:t>
            </a:r>
          </a:p>
          <a:p>
            <a:r>
              <a:rPr sz="1200"/>
              <a:t>供应链安全 v1.5-cn-intl 的 当前版本线 配置为 v1.5 version；在 GA 场景下仍能维持 26 ms 的 P95 延迟，符合 cn 区域的运营要求。</a:t>
            </a:r>
          </a:p>
          <a:p>
            <a:r>
              <a:rPr sz="1200"/>
              <a:t>供应链安全（Model Supply Chain Security，代号 MSSC）隶属于模型供应链、来源追踪和红队评估场景，当前生命状态ACTIVE，当前版本线 v1.5。其 默认批次大小 的取值/配置为 128 items，约束条件包括可配置。</a:t>
            </a:r>
          </a:p>
          <a:p>
            <a:r>
              <a:rPr sz="1200"/>
              <a:t>在企业版部署中，供应链安全 将 不支持能力 设计为 不支持 OCI 之外的私有仓库插件 ，并受到 negation 的边界约束；相关细节记录的 fact_id 为 P010-F190，自 2025-01-01 起生效。</a:t>
            </a:r>
          </a:p>
          <a:p>
            <a:r>
              <a:rPr sz="1200"/>
              <a:t>供应链安全 面向 模型供应链、来源追踪和红队评估 的高隔离要求，其 否定事实 被定为 历史签名不回溯验证 ；叠加 negation、must-not-claim 之后，可支撑 54000 events/s 的吞吐基线，覆盖 cn 区域。</a:t>
            </a:r>
          </a:p>
          <a:p>
            <a:r>
              <a:rPr sz="1200"/>
              <a:t>从运维视角看，供应链安全 在 v1.5-cn-intl 上的 否定事实 表现稳定为 不扫描运行时依赖图 ，negation、must-not-claim；这一口径与相邻产品 P002 的 模型供应链、来源追踪和红队评估 联合方案保持一致。</a:t>
            </a:r>
          </a:p>
          <a:p>
            <a:r>
              <a:rPr sz="1200"/>
              <a:t>供应链安全 的产品资料强调 可用性目标；在默认配置下等于 99.9 percent，约束为 standard-SLA。当工作负载包含 供应链、签名、SBOM、镜像、漏洞扫描、补丁、依赖 等能力维度时，上述约束保持不变。</a:t>
            </a:r>
          </a:p>
          <a:p>
            <a:r>
              <a:rPr sz="1200"/>
              <a:t>Model Supply Chain Security（MSSC）的 合规基座 记为 GB-35273/CAC-审查-P010 ，限定条件 zh-cn；该数值服务于 模型供应链、来源追踪和红队评估，由 v1.5-cn-intl 版本正式支持。</a:t>
            </a:r>
          </a:p>
          <a:p>
            <a:r>
              <a:rPr sz="1200"/>
              <a:t>关于 供应链安全 的 企业版起价，文献给出的标准口径为 22700 cny/月，并附加 per-org、annual 说明；这是评估 模型供应链、来源追踪和红队评估 能力时的重要依据（P010-F195）。</a:t>
            </a:r>
          </a:p>
          <a:p>
            <a:r>
              <a:rPr sz="1200"/>
              <a:t>供应链安全 v1.5-cn-intl 的 主邻接产品 配置为 P002 product；在 邻接 P002 场景下仍能维持 26 ms 的 P95 延迟，符合 cn 区域的运营要求。</a:t>
            </a:r>
          </a:p>
          <a:p>
            <a:r>
              <a:rPr sz="1200"/>
              <a:t>供应链安全（Model Supply Chain Security，代号 MSSC）隶属于模型供应链、来源追踪和红队评估场景，当前生命状态ACTIVE，当前版本线 v1.5。其 旧版事件吞吐 的取值/配置为 33480 events/s，约束条件包括v1.4、legacy。</a:t>
            </a:r>
          </a:p>
          <a:p>
            <a:r>
              <a:rPr sz="1200"/>
              <a:t>在企业版部署中，供应链安全 将 旧版 P95 延迟 设计为 44 ms，并受到 v1.4、legacy 的边界约束；相关细节记录的 fact_id 为 P010-F198，自 2024-06-01 起生效。</a:t>
            </a:r>
          </a:p>
          <a:p>
            <a:r>
              <a:rPr sz="1200"/>
              <a:t>供应链安全 面向 模型供应链、来源追踪和红队评估 的高隔离要求，其 与 P002 兼容 被定为 true bool；叠加 edge P010-&gt;P002 之后，可支撑 54000 events/s 的吞吐基线，覆盖 cn 区域。</a:t>
            </a:r>
          </a:p>
          <a:p>
            <a:r>
              <a:rPr sz="1200"/>
              <a:t>从运维视角看，供应链安全 在 v1.5-cn-intl 上的 与 P018 兼容 表现稳定为 true bool，edge P010-&gt;P018；这一口径与相邻产品 P002 的 模型供应链、来源追踪和红队评估 联合方案保持一致。</a:t>
            </a:r>
          </a:p>
          <a:p>
            <a:r>
              <a:rPr sz="1600"/>
              <a:t>能力概述与关键事实 - 2</a:t>
            </a:r>
          </a:p>
          <a:p>
            <a:r>
              <a:rPr sz="1200"/>
              <a:t>在企业版部署中，供应链安全 将 P95 检索延迟 设计为 26 ms，并受到 p95、warm 的边界约束；相关细节记录的 fact_id 为 P010-F184，自 2026-01-01 起生效。</a:t>
            </a:r>
          </a:p>
          <a:p>
            <a:r>
              <a:rPr sz="1200"/>
              <a:t>供应链安全 面向 模型供应链、来源追踪和红队评估 的高隔离要求，其 最大单文档上传 被定为 10 MB；叠加 默认限制 之后，可支撑 54000 events/s 的吞吐基线，覆盖 cn 区域。</a:t>
            </a:r>
          </a:p>
          <a:p>
            <a:r>
              <a:rPr sz="1200"/>
              <a:t>从运维视角看，供应链安全 在 v1.5-cn-intl 上的 日志/审计留存期 表现稳定为 300 days，默认；这一口径与相邻产品 P002 的 模型供应链、来源追踪和红队评估 联合方案保持一致。</a:t>
            </a:r>
          </a:p>
          <a:p>
            <a:r>
              <a:rPr sz="1200"/>
              <a:t>供应链安全 的产品资料强调 批量接口吞吐；在默认配置下等于 1600 ops/s，约束为 batch=128。当工作负载包含 供应链、签名、SBOM、镜像、漏洞扫描、补丁、依赖 等能力维度时，上述约束保持不变。</a:t>
            </a:r>
          </a:p>
          <a:p>
            <a:r>
              <a:rPr sz="1200"/>
              <a:t>Model Supply Chain Security（MSSC）的 当前版本线 记为 v1.5 version，限定条件 GA；该数值服务于 模型供应链、来源追踪和红队评估，由 v1.5-cn-intl 版本正式支持。</a:t>
            </a:r>
          </a:p>
          <a:p>
            <a:r>
              <a:rPr sz="1200"/>
              <a:t>关于 供应链安全 的 默认批次大小，文献给出的标准口径为 128 items，并附加 可配置 说明；这是评估 模型供应链、来源追踪和红队评估 能力时的重要依据（P010-F189）。</a:t>
            </a:r>
          </a:p>
          <a:p>
            <a:r>
              <a:rPr sz="1200"/>
              <a:t>供应链安全 v1.5-cn-intl 的 不支持能力 配置为 不支持 OCI 之外的私有仓库插件 ；在 negation 场景下仍能维持 26 ms 的 P95 延迟，符合 cn 区域的运营要求。</a:t>
            </a:r>
          </a:p>
          <a:p>
            <a:r>
              <a:rPr sz="1200"/>
              <a:t>供应链安全（Model Supply Chain Security，代号 MSSC）隶属于模型供应链、来源追踪和红队评估场景，当前生命状态ACTIVE，当前版本线 v1.5。其 否定事实 的取值/配置为 历史签名不回溯验证 ，约束条件包括negation、must-not-claim。</a:t>
            </a:r>
          </a:p>
          <a:p>
            <a:r>
              <a:rPr sz="1200"/>
              <a:t>在企业版部署中，供应链安全 将 否定事实 设计为 不扫描运行时依赖图 ，并受到 negation、must-not-claim 的边界约束；相关细节记录的 fact_id 为 P010-F192，自 2025-01-01 起生效。</a:t>
            </a:r>
          </a:p>
          <a:p>
            <a:r>
              <a:rPr sz="1200"/>
              <a:t>供应链安全 面向 模型供应链、来源追踪和红队评估 的高隔离要求，其 可用性目标 被定为 99.9 percent；叠加 standard-SLA 之后，可支撑 54000 events/s 的吞吐基线，覆盖 cn 区域。</a:t>
            </a:r>
          </a:p>
          <a:p>
            <a:r>
              <a:rPr sz="1200"/>
              <a:t>从运维视角看，供应链安全 在 v1.5-cn-intl 上的 合规基座 表现稳定为 GB-35273/CAC-审查-P010 ，zh-cn；这一口径与相邻产品 P002 的 模型供应链、来源追踪和红队评估 联合方案保持一致。</a:t>
            </a:r>
          </a:p>
          <a:p>
            <a:r>
              <a:rPr sz="1200"/>
              <a:t>供应链安全 的产品资料强调 企业版起价；在默认配置下等于 22700 cny/月，约束为 per-org、annual。当工作负载包含 供应链、签名、SBOM、镜像、漏洞扫描、补丁、依赖 等能力维度时，上述约束保持不变。</a:t>
            </a:r>
          </a:p>
          <a:p>
            <a:r>
              <a:rPr sz="1200"/>
              <a:t>Model Supply Chain Security（MSSC）的 主邻接产品 记为 P002 product，限定条件 邻接 P002；该数值服务于 模型供应链、来源追踪和红队评估，由 v1.5-cn-intl 版本正式支持。</a:t>
            </a:r>
          </a:p>
          <a:p>
            <a:r>
              <a:rPr sz="1200"/>
              <a:t>关于 供应链安全 的 旧版事件吞吐，文献给出的标准口径为 33480 events/s，并附加 v1.4、legacy 说明；这是评估 模型供应链、来源追踪和红队评估 能力时的重要依据（P010-F197）。</a:t>
            </a:r>
          </a:p>
          <a:p>
            <a:r>
              <a:rPr sz="1200"/>
              <a:t>供应链安全 v1.5-cn-intl 的 旧版 P95 延迟 配置为 44 ms；在 v1.4、legacy 场景下仍能维持 26 ms 的 P95 延迟，符合 cn 区域的运营要求。</a:t>
            </a:r>
          </a:p>
          <a:p>
            <a:r>
              <a:rPr sz="1200"/>
              <a:t>供应链安全（Model Supply Chain Security，代号 MSSC）隶属于模型供应链、来源追踪和红队评估场景，当前生命状态ACTIVE，当前版本线 v1.5。其 与 P002 兼容 的取值/配置为 true bool，约束条件包括edge P010-&gt;P002。</a:t>
            </a:r>
          </a:p>
          <a:p>
            <a:r>
              <a:rPr sz="1200"/>
              <a:t>在企业版部署中，供应链安全 将 与 P018 兼容 设计为 true bool，并受到 edge P010-&gt;P018 的边界约束；相关细节记录的 fact_id 为 P010-F200，自 2025-02-01 起生效。</a:t>
            </a:r>
          </a:p>
          <a:p>
            <a:r>
              <a:rPr sz="1200"/>
              <a:t>供应链安全 面向 模型供应链、来源追踪和红队评估 的高隔离要求，其 核心协议 被定为 SBOM 校验、镜像签名 ；叠加 支持 SBOM 校验、支持 镜像签名 之后，可支撑 54000 events/s 的吞吐基线，覆盖 cn 区域。</a:t>
            </a:r>
          </a:p>
          <a:p>
            <a:r>
              <a:rPr sz="1200"/>
              <a:t>从运维视角看，供应链安全 在 v1.5-cn-intl 上的 事件摄取吞吐 表现稳定为 54000 events/s，standard-edition、3-node；这一口径与相邻产品 P002 的 模型供应链、来源追踪和红队评估 联合方案保持一致。</a:t>
            </a:r>
          </a:p>
          <a:p>
            <a:r>
              <a:rPr sz="1200"/>
              <a:t>供应链安全 的产品资料强调 API 峰值并发；在默认配置下等于 2000 req/s，约束为 standard-edition。当工作负载包含 供应链、签名、SBOM、镜像、漏洞扫描、补丁、依赖 等能力维度时，上述约束保持不变。</a:t>
            </a:r>
          </a:p>
          <a:p>
            <a:r>
              <a:rPr sz="1600"/>
              <a:t>性能与规模基线 - 3</a:t>
            </a:r>
          </a:p>
          <a:p>
            <a:r>
              <a:rPr sz="1200"/>
              <a:t>供应链安全 面向 模型供应链、来源追踪和红队评估 的高隔离要求，其 批量接口吞吐 被定为 1600 ops/s；叠加 batch=128 之后，可支撑 54000 events/s 的吞吐基线，覆盖 cn 区域。</a:t>
            </a:r>
          </a:p>
          <a:p>
            <a:r>
              <a:rPr sz="1200"/>
              <a:t>从运维视角看，供应链安全 在 v1.5-cn-intl 上的 当前版本线 表现稳定为 v1.5 version，GA；这一口径与相邻产品 P002 的 模型供应链、来源追踪和红队评估 联合方案保持一致。</a:t>
            </a:r>
          </a:p>
          <a:p>
            <a:r>
              <a:rPr sz="1200"/>
              <a:t>供应链安全 的产品资料强调 默认批次大小；在默认配置下等于 128 items，约束为 可配置。当工作负载包含 供应链、签名、SBOM、镜像、漏洞扫描、补丁、依赖 等能力维度时，上述约束保持不变。</a:t>
            </a:r>
          </a:p>
          <a:p>
            <a:r>
              <a:rPr sz="1200"/>
              <a:t>Model Supply Chain Security（MSSC）的 不支持能力 记为 不支持 OCI 之外的私有仓库插件 ，限定条件 negation；该数值服务于 模型供应链、来源追踪和红队评估，由 v1.5-cn-intl 版本正式支持。</a:t>
            </a:r>
          </a:p>
          <a:p>
            <a:r>
              <a:rPr sz="1200"/>
              <a:t>关于 供应链安全 的 否定事实，文献给出的标准口径为 历史签名不回溯验证 ，并附加 negation、must-not-claim 说明；这是评估 模型供应链、来源追踪和红队评估 能力时的重要依据（P010-F191）。</a:t>
            </a:r>
          </a:p>
          <a:p>
            <a:r>
              <a:rPr sz="1200"/>
              <a:t>供应链安全 v1.5-cn-intl 的 否定事实 配置为 不扫描运行时依赖图 ；在 negation、must-not-claim 场景下仍能维持 26 ms 的 P95 延迟，符合 cn 区域的运营要求。</a:t>
            </a:r>
          </a:p>
          <a:p>
            <a:r>
              <a:rPr sz="1200"/>
              <a:t>供应链安全（Model Supply Chain Security，代号 MSSC）隶属于模型供应链、来源追踪和红队评估场景，当前生命状态ACTIVE，当前版本线 v1.5。其 可用性目标 的取值/配置为 99.9 percent，约束条件包括standard-SLA。</a:t>
            </a:r>
          </a:p>
          <a:p>
            <a:r>
              <a:rPr sz="1200"/>
              <a:t>在企业版部署中，供应链安全 将 合规基座 设计为 GB-35273/CAC-审查-P010 ，并受到 zh-cn 的边界约束；相关细节记录的 fact_id 为 P010-F194，自 2025-05-01 起生效。</a:t>
            </a:r>
          </a:p>
          <a:p>
            <a:r>
              <a:rPr sz="1200"/>
              <a:t>供应链安全 面向 模型供应链、来源追踪和红队评估 的高隔离要求，其 企业版起价 被定为 22700 cny/月；叠加 per-org、annual 之后，可支撑 54000 events/s 的吞吐基线，覆盖 cn 区域。</a:t>
            </a:r>
          </a:p>
          <a:p>
            <a:r>
              <a:rPr sz="1200"/>
              <a:t>从运维视角看，供应链安全 在 v1.5-cn-intl 上的 主邻接产品 表现稳定为 P002 product，邻接 P002；这一口径与相邻产品 P002 的 模型供应链、来源追踪和红队评估 联合方案保持一致。</a:t>
            </a:r>
          </a:p>
          <a:p>
            <a:r>
              <a:rPr sz="1200"/>
              <a:t>供应链安全 的产品资料强调 旧版事件吞吐；在默认配置下等于 33480 events/s，约束为 v1.4、legacy。当工作负载包含 供应链、签名、SBOM、镜像、漏洞扫描、补丁、依赖 等能力维度时，上述约束保持不变。</a:t>
            </a:r>
          </a:p>
          <a:p>
            <a:r>
              <a:rPr sz="1200"/>
              <a:t>Model Supply Chain Security（MSSC）的 旧版 P95 延迟 记为 44 ms，限定条件 v1.4、legacy；该数值服务于 模型供应链、来源追踪和红队评估，由 v1.5-cn-intl 版本正式支持。</a:t>
            </a:r>
          </a:p>
          <a:p>
            <a:r>
              <a:rPr sz="1200"/>
              <a:t>关于 供应链安全 的 与 P002 兼容，文献给出的标准口径为 true bool，并附加 edge P010-&gt;P002 说明；这是评估 模型供应链、来源追踪和红队评估 能力时的重要依据（P010-F199）。</a:t>
            </a:r>
          </a:p>
          <a:p>
            <a:r>
              <a:rPr sz="1200"/>
              <a:t>供应链安全 v1.5-cn-intl 的 与 P018 兼容 配置为 true bool；在 edge P010-&gt;P018 场景下仍能维持 26 ms 的 P95 延迟，符合 cn 区域的运营要求。</a:t>
            </a:r>
          </a:p>
          <a:p>
            <a:r>
              <a:rPr sz="1200"/>
              <a:t>供应链安全（Model Supply Chain Security，代号 MSSC）隶属于模型供应链、来源追踪和红队评估场景，当前生命状态ACTIVE，当前版本线 v1.5。其 核心协议 的取值/配置为 SBOM 校验、镜像签名 ，约束条件包括支持 SBOM 校验、支持 镜像签名。</a:t>
            </a:r>
          </a:p>
          <a:p>
            <a:r>
              <a:rPr sz="1200"/>
              <a:t>在企业版部署中，供应链安全 将 事件摄取吞吐 设计为 54000 events/s，并受到 standard-edition、3-node 的边界约束；相关细节记录的 fact_id 为 P010-F182，自 2025-06-01 起生效。</a:t>
            </a:r>
          </a:p>
          <a:p>
            <a:r>
              <a:rPr sz="1200"/>
              <a:t>供应链安全 面向 模型供应链、来源追踪和红队评估 的高隔离要求，其 API 峰值并发 被定为 2000 req/s；叠加 standard-edition 之后，可支撑 54000 events/s 的吞吐基线，覆盖 cn 区域。</a:t>
            </a:r>
          </a:p>
          <a:p>
            <a:r>
              <a:rPr sz="1200"/>
              <a:t>从运维视角看，供应链安全 在 v1.5-cn-intl 上的 P95 检索延迟 表现稳定为 26 ms，p95、warm；这一口径与相邻产品 P002 的 模型供应链、来源追踪和红队评估 联合方案保持一致。</a:t>
            </a:r>
          </a:p>
          <a:p>
            <a:r>
              <a:rPr sz="1200"/>
              <a:t>供应链安全 的产品资料强调 最大单文档上传；在默认配置下等于 10 MB，约束为 默认限制。当工作负载包含 供应链、签名、SBOM、镜像、漏洞扫描、补丁、依赖 等能力维度时，上述约束保持不变。</a:t>
            </a:r>
          </a:p>
          <a:p>
            <a:r>
              <a:rPr sz="1200"/>
              <a:t>Model Supply Chain Security（MSSC）的 日志/审计留存期 记为 300 days，限定条件 默认；该数值服务于 模型供应链、来源追踪和红队评估，由 v1.5-cn-intl 版本正式支持。</a:t>
            </a:r>
          </a:p>
          <a:p>
            <a:r>
              <a:rPr sz="1600"/>
              <a:t>否定事实与边界</a:t>
            </a:r>
          </a:p>
          <a:p>
            <a:r>
              <a:rPr sz="1200"/>
              <a:t>边界事实（must-not-claim）：历史签名不回溯验证。</a:t>
            </a:r>
          </a:p>
          <a:p>
            <a:r>
              <a:rPr sz="1200"/>
              <a:t>边界事实：供应链安全 不支持 不支持 OCI 之外的私有仓库插件（详见 P010-F 系事实）。</a:t>
            </a:r>
          </a:p>
          <a:p>
            <a:r>
              <a:rPr sz="1200"/>
              <a:t>边界事实（must-not-claim）：不扫描运行时依赖图。</a:t>
            </a:r>
          </a:p>
          <a:p>
            <a:r>
              <a:rPr sz="1200"/>
              <a:t>边界事实：供应链安全 不支持 不支持 OCI 之外的私有仓库插件（详见 P010-F 系事实）。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