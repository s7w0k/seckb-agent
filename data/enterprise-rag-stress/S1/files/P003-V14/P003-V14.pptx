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身份与访问·case·v1.9-cn-finance（说明文档）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产品定位与场景 - 1</a:t>
            </a:r>
          </a:p>
          <a:p>
            <a:r>
              <a:rPr sz="1200"/>
              <a:t>身份与访问（Agent Identity Access，代号 AIDEN）隶属于Agent 身份、凭据和权限场景，当前生命状态ACTIVE，当前版本线 v1.9。其 核心协议 的取值/配置为 SAML 2.0、OIDC、SCIM ，约束条件包括支持 SAML 2.0、支持 OIDC、支持 SCIM。</a:t>
            </a:r>
          </a:p>
          <a:p>
            <a:r>
              <a:rPr sz="1200"/>
              <a:t>在企业版部署中，身份与访问 将 事件摄取吞吐 设计为 260000 events/s，并受到 enterprise-edition、3-node 的边界约束；相关细节记录的 fact_id 为 P003-F042，自 2025-06-01 起生效。</a:t>
            </a:r>
          </a:p>
          <a:p>
            <a:r>
              <a:rPr sz="1200"/>
              <a:t>身份与访问 面向 Agent 身份、凭据和权限 的高隔离要求，其 API 峰值并发 被定为 15000 req/s；叠加 enterprise-edition 之后，可支撑 260000 events/s 的吞吐基线，覆盖 cn 区域。</a:t>
            </a:r>
          </a:p>
          <a:p>
            <a:r>
              <a:rPr sz="1200"/>
              <a:t>从运维视角看，身份与访问 在 v1.9-cn-finance 上的 P95 检索延迟 表现稳定为 22 ms，p95、warm；这一口径与相邻产品 P004 的 Agent 身份、凭据和权限 联合方案保持一致。</a:t>
            </a:r>
          </a:p>
          <a:p>
            <a:r>
              <a:rPr sz="1200"/>
              <a:t>身份与访问 的产品资料强调 最大单文档上传；在默认配置下等于 16 MB，约束为 默认限制。当工作负载包含 身份、角色、权限、令牌、多因子、访问控制、租户、组织 等能力维度时，上述约束保持不变。</a:t>
            </a:r>
          </a:p>
          <a:p>
            <a:r>
              <a:rPr sz="1200"/>
              <a:t>Agent Identity Access（AIDEN）的 日志/审计留存期 记为 200 days，限定条件 默认；该数值服务于 Agent 身份、凭据和权限，由 v1.9-cn-finance 版本正式支持。</a:t>
            </a:r>
          </a:p>
          <a:p>
            <a:r>
              <a:rPr sz="1200"/>
              <a:t>关于 身份与访问 的 批量接口吞吐，文献给出的标准口径为 15000 ops/s，并附加 batch=512 说明；这是评估 Agent 身份、凭据和权限 能力时的重要依据（P003-F047）。</a:t>
            </a:r>
          </a:p>
          <a:p>
            <a:r>
              <a:rPr sz="1200"/>
              <a:t>身份与访问 v1.9-cn-finance 的 当前版本线 配置为 v1.9 version；在 GA 场景下仍能维持 22 ms 的 P95 延迟，符合 cn 区域的运营要求。</a:t>
            </a:r>
          </a:p>
          <a:p>
            <a:r>
              <a:rPr sz="1200"/>
              <a:t>身份与访问（Agent Identity Access，代号 AIDEN）隶属于Agent 身份、凭据和权限场景，当前生命状态ACTIVE，当前版本线 v1.9。其 默认批次大小 的取值/配置为 512 items，约束条件包括可配置。</a:t>
            </a:r>
          </a:p>
          <a:p>
            <a:r>
              <a:rPr sz="1200"/>
              <a:t>在企业版部署中，身份与访问 将 不支持能力 设计为 不支持 NTLM 认证提供方 ，并受到 negation 的边界约束；相关细节记录的 fact_id 为 P003-F050，自 2025-01-01 起生效。</a:t>
            </a:r>
          </a:p>
          <a:p>
            <a:r>
              <a:rPr sz="1200"/>
              <a:t>身份与访问 面向 Agent 身份、凭据和权限 的高隔离要求，其 否定事实 被定为 仅企业版支持跨组织联邦 ；叠加 negation、must-not-claim 之后，可支撑 260000 events/s 的吞吐基线，覆盖 cn 区域。</a:t>
            </a:r>
          </a:p>
          <a:p>
            <a:r>
              <a:rPr sz="1200"/>
              <a:t>从运维视角看，身份与访问 在 v1.9-cn-finance 上的 否定事实 表现稳定为 不支持 LDAP 属主校验之外的 AD 同步 ，negation、must-not-claim；这一口径与相邻产品 P004 的 Agent 身份、凭据和权限 联合方案保持一致。</a:t>
            </a:r>
          </a:p>
          <a:p>
            <a:r>
              <a:rPr sz="1200"/>
              <a:t>身份与访问 的产品资料强调 可用性目标；在默认配置下等于 99.9 percent，约束为 enterprise-SLA。当工作负载包含 身份、角色、权限、令牌、多因子、访问控制、租户、组织 等能力维度时，上述约束保持不变。</a:t>
            </a:r>
          </a:p>
          <a:p>
            <a:r>
              <a:rPr sz="1200"/>
              <a:t>Agent Identity Access（AIDEN）的 合规基座 记为 GB-35273/CAC-审查-P003 ，限定条件 zh-cn；该数值服务于 Agent 身份、凭据和权限，由 v1.9-cn-finance 版本正式支持。</a:t>
            </a:r>
          </a:p>
          <a:p>
            <a:r>
              <a:rPr sz="1200"/>
              <a:t>关于 身份与访问 的 企业版起价，文献给出的标准口径为 22110 cny/月，并附加 per-org、annual 说明；这是评估 Agent 身份、凭据和权限 能力时的重要依据（P003-F055）。</a:t>
            </a:r>
          </a:p>
          <a:p>
            <a:r>
              <a:rPr sz="1200"/>
              <a:t>身份与访问 v1.9-cn-finance 的 主邻接产品 配置为 P004 product；在 邻接 P004 场景下仍能维持 22 ms 的 P95 延迟，符合 cn 区域的运营要求。</a:t>
            </a:r>
          </a:p>
          <a:p>
            <a:r>
              <a:rPr sz="1200"/>
              <a:t>身份与访问（Agent Identity Access，代号 AIDEN）隶属于Agent 身份、凭据和权限场景，当前生命状态ACTIVE，当前版本线 v1.9。其 旧版事件吞吐 的取值/配置为 161200 events/s，约束条件包括v1.8、legacy。</a:t>
            </a:r>
          </a:p>
          <a:p>
            <a:r>
              <a:rPr sz="1200"/>
              <a:t>在企业版部署中，身份与访问 将 旧版 P95 延迟 设计为 37 ms，并受到 v1.8、legacy 的边界约束；相关细节记录的 fact_id 为 P003-F058，自 2024-06-01 起生效。</a:t>
            </a:r>
          </a:p>
          <a:p>
            <a:r>
              <a:rPr sz="1200"/>
              <a:t>身份与访问 面向 Agent 身份、凭据和权限 的高隔离要求，其 与 P004 兼容 被定为 true bool；叠加 edge P003-&gt;P004 之后，可支撑 260000 events/s 的吞吐基线，覆盖 cn 区域。</a:t>
            </a:r>
          </a:p>
          <a:p>
            <a:r>
              <a:rPr sz="1200"/>
              <a:t>从运维视角看，身份与访问 在 v1.9-cn-finance 上的 与 P001 兼容 表现稳定为 true bool，edge P003-&gt;P001；这一口径与相邻产品 P004 的 Agent 身份、凭据和权限 联合方案保持一致。</a:t>
            </a:r>
          </a:p>
          <a:p>
            <a:r>
              <a:rPr sz="1600"/>
              <a:t>能力概述与关键事实 - 2</a:t>
            </a:r>
          </a:p>
          <a:p>
            <a:r>
              <a:rPr sz="1200"/>
              <a:t>在企业版部署中，身份与访问 将 P95 检索延迟 设计为 22 ms，并受到 p95、warm 的边界约束；相关细节记录的 fact_id 为 P003-F044，自 2026-01-01 起生效。</a:t>
            </a:r>
          </a:p>
          <a:p>
            <a:r>
              <a:rPr sz="1200"/>
              <a:t>身份与访问 面向 Agent 身份、凭据和权限 的高隔离要求，其 最大单文档上传 被定为 16 MB；叠加 默认限制 之后，可支撑 260000 events/s 的吞吐基线，覆盖 cn 区域。</a:t>
            </a:r>
          </a:p>
          <a:p>
            <a:r>
              <a:rPr sz="1200"/>
              <a:t>从运维视角看，身份与访问 在 v1.9-cn-finance 上的 日志/审计留存期 表现稳定为 200 days，默认；这一口径与相邻产品 P004 的 Agent 身份、凭据和权限 联合方案保持一致。</a:t>
            </a:r>
          </a:p>
          <a:p>
            <a:r>
              <a:rPr sz="1200"/>
              <a:t>身份与访问 的产品资料强调 批量接口吞吐；在默认配置下等于 15000 ops/s，约束为 batch=512。当工作负载包含 身份、角色、权限、令牌、多因子、访问控制、租户、组织 等能力维度时，上述约束保持不变。</a:t>
            </a:r>
          </a:p>
          <a:p>
            <a:r>
              <a:rPr sz="1200"/>
              <a:t>Agent Identity Access（AIDEN）的 当前版本线 记为 v1.9 version，限定条件 GA；该数值服务于 Agent 身份、凭据和权限，由 v1.9-cn-finance 版本正式支持。</a:t>
            </a:r>
          </a:p>
          <a:p>
            <a:r>
              <a:rPr sz="1200"/>
              <a:t>关于 身份与访问 的 默认批次大小，文献给出的标准口径为 512 items，并附加 可配置 说明；这是评估 Agent 身份、凭据和权限 能力时的重要依据（P003-F049）。</a:t>
            </a:r>
          </a:p>
          <a:p>
            <a:r>
              <a:rPr sz="1200"/>
              <a:t>身份与访问 v1.9-cn-finance 的 不支持能力 配置为 不支持 NTLM 认证提供方 ；在 negation 场景下仍能维持 22 ms 的 P95 延迟，符合 cn 区域的运营要求。</a:t>
            </a:r>
          </a:p>
          <a:p>
            <a:r>
              <a:rPr sz="1200"/>
              <a:t>身份与访问（Agent Identity Access，代号 AIDEN）隶属于Agent 身份、凭据和权限场景，当前生命状态ACTIVE，当前版本线 v1.9。其 否定事实 的取值/配置为 仅企业版支持跨组织联邦 ，约束条件包括negation、must-not-claim。</a:t>
            </a:r>
          </a:p>
          <a:p>
            <a:r>
              <a:rPr sz="1200"/>
              <a:t>在企业版部署中，身份与访问 将 否定事实 设计为 不支持 LDAP 属主校验之外的 AD 同步 ，并受到 negation、must-not-claim 的边界约束；相关细节记录的 fact_id 为 P003-F052，自 2025-01-01 起生效。</a:t>
            </a:r>
          </a:p>
          <a:p>
            <a:r>
              <a:rPr sz="1200"/>
              <a:t>身份与访问 面向 Agent 身份、凭据和权限 的高隔离要求，其 可用性目标 被定为 99.9 percent；叠加 enterprise-SLA 之后，可支撑 260000 events/s 的吞吐基线，覆盖 cn 区域。</a:t>
            </a:r>
          </a:p>
          <a:p>
            <a:r>
              <a:rPr sz="1200"/>
              <a:t>从运维视角看，身份与访问 在 v1.9-cn-finance 上的 合规基座 表现稳定为 GB-35273/CAC-审查-P003 ，zh-cn；这一口径与相邻产品 P004 的 Agent 身份、凭据和权限 联合方案保持一致。</a:t>
            </a:r>
          </a:p>
          <a:p>
            <a:r>
              <a:rPr sz="1200"/>
              <a:t>身份与访问 的产品资料强调 企业版起价；在默认配置下等于 22110 cny/月，约束为 per-org、annual。当工作负载包含 身份、角色、权限、令牌、多因子、访问控制、租户、组织 等能力维度时，上述约束保持不变。</a:t>
            </a:r>
          </a:p>
          <a:p>
            <a:r>
              <a:rPr sz="1200"/>
              <a:t>Agent Identity Access（AIDEN）的 主邻接产品 记为 P004 product，限定条件 邻接 P004；该数值服务于 Agent 身份、凭据和权限，由 v1.9-cn-finance 版本正式支持。</a:t>
            </a:r>
          </a:p>
          <a:p>
            <a:r>
              <a:rPr sz="1200"/>
              <a:t>关于 身份与访问 的 旧版事件吞吐，文献给出的标准口径为 161200 events/s，并附加 v1.8、legacy 说明；这是评估 Agent 身份、凭据和权限 能力时的重要依据（P003-F057）。</a:t>
            </a:r>
          </a:p>
          <a:p>
            <a:r>
              <a:rPr sz="1200"/>
              <a:t>身份与访问 v1.9-cn-finance 的 旧版 P95 延迟 配置为 37 ms；在 v1.8、legacy 场景下仍能维持 22 ms 的 P95 延迟，符合 cn 区域的运营要求。</a:t>
            </a:r>
          </a:p>
          <a:p>
            <a:r>
              <a:rPr sz="1200"/>
              <a:t>身份与访问（Agent Identity Access，代号 AIDEN）隶属于Agent 身份、凭据和权限场景，当前生命状态ACTIVE，当前版本线 v1.9。其 与 P004 兼容 的取值/配置为 true bool，约束条件包括edge P003-&gt;P004。</a:t>
            </a:r>
          </a:p>
          <a:p>
            <a:r>
              <a:rPr sz="1200"/>
              <a:t>在企业版部署中，身份与访问 将 与 P001 兼容 设计为 true bool，并受到 edge P003-&gt;P001 的边界约束；相关细节记录的 fact_id 为 P003-F060，自 2025-02-01 起生效。</a:t>
            </a:r>
          </a:p>
          <a:p>
            <a:r>
              <a:rPr sz="1200"/>
              <a:t>身份与访问 面向 Agent 身份、凭据和权限 的高隔离要求，其 核心协议 被定为 SAML 2.0、OIDC、SCIM ；叠加 支持 SAML 2.0、支持 OIDC、支持 SCIM 之后，可支撑 260000 events/s 的吞吐基线，覆盖 cn 区域。</a:t>
            </a:r>
          </a:p>
          <a:p>
            <a:r>
              <a:rPr sz="1200"/>
              <a:t>从运维视角看，身份与访问 在 v1.9-cn-finance 上的 事件摄取吞吐 表现稳定为 260000 events/s，enterprise-edition、3-node；这一口径与相邻产品 P004 的 Agent 身份、凭据和权限 联合方案保持一致。</a:t>
            </a:r>
          </a:p>
          <a:p>
            <a:r>
              <a:rPr sz="1200"/>
              <a:t>身份与访问 的产品资料强调 API 峰值并发；在默认配置下等于 15000 req/s，约束为 enterprise-edition。当工作负载包含 身份、角色、权限、令牌、多因子、访问控制、租户、组织 等能力维度时，上述约束保持不变。</a:t>
            </a:r>
          </a:p>
          <a:p>
            <a:r>
              <a:rPr sz="1600"/>
              <a:t>性能与规模基线 - 3</a:t>
            </a:r>
          </a:p>
          <a:p>
            <a:r>
              <a:rPr sz="1200"/>
              <a:t>身份与访问 面向 Agent 身份、凭据和权限 的高隔离要求，其 批量接口吞吐 被定为 15000 ops/s；叠加 batch=512 之后，可支撑 260000 events/s 的吞吐基线，覆盖 cn 区域。</a:t>
            </a:r>
          </a:p>
          <a:p>
            <a:r>
              <a:rPr sz="1200"/>
              <a:t>从运维视角看，身份与访问 在 v1.9-cn-finance 上的 当前版本线 表现稳定为 v1.9 version，GA；这一口径与相邻产品 P004 的 Agent 身份、凭据和权限 联合方案保持一致。</a:t>
            </a:r>
          </a:p>
          <a:p>
            <a:r>
              <a:rPr sz="1200"/>
              <a:t>身份与访问 的产品资料强调 默认批次大小；在默认配置下等于 512 items，约束为 可配置。当工作负载包含 身份、角色、权限、令牌、多因子、访问控制、租户、组织 等能力维度时，上述约束保持不变。</a:t>
            </a:r>
          </a:p>
          <a:p>
            <a:r>
              <a:rPr sz="1200"/>
              <a:t>Agent Identity Access（AIDEN）的 不支持能力 记为 不支持 NTLM 认证提供方 ，限定条件 negation；该数值服务于 Agent 身份、凭据和权限，由 v1.9-cn-finance 版本正式支持。</a:t>
            </a:r>
          </a:p>
          <a:p>
            <a:r>
              <a:rPr sz="1200"/>
              <a:t>关于 身份与访问 的 否定事实，文献给出的标准口径为 仅企业版支持跨组织联邦 ，并附加 negation、must-not-claim 说明；这是评估 Agent 身份、凭据和权限 能力时的重要依据（P003-F051）。</a:t>
            </a:r>
          </a:p>
          <a:p>
            <a:r>
              <a:rPr sz="1200"/>
              <a:t>身份与访问 v1.9-cn-finance 的 否定事实 配置为 不支持 LDAP 属主校验之外的 AD 同步 ；在 negation、must-not-claim 场景下仍能维持 22 ms 的 P95 延迟，符合 cn 区域的运营要求。</a:t>
            </a:r>
          </a:p>
          <a:p>
            <a:r>
              <a:rPr sz="1200"/>
              <a:t>身份与访问（Agent Identity Access，代号 AIDEN）隶属于Agent 身份、凭据和权限场景，当前生命状态ACTIVE，当前版本线 v1.9。其 可用性目标 的取值/配置为 99.9 percent，约束条件包括enterprise-SLA。</a:t>
            </a:r>
          </a:p>
          <a:p>
            <a:r>
              <a:rPr sz="1200"/>
              <a:t>在企业版部署中，身份与访问 将 合规基座 设计为 GB-35273/CAC-审查-P003 ，并受到 zh-cn 的边界约束；相关细节记录的 fact_id 为 P003-F054，自 2025-05-01 起生效。</a:t>
            </a:r>
          </a:p>
          <a:p>
            <a:r>
              <a:rPr sz="1200"/>
              <a:t>身份与访问 面向 Agent 身份、凭据和权限 的高隔离要求，其 企业版起价 被定为 22110 cny/月；叠加 per-org、annual 之后，可支撑 260000 events/s 的吞吐基线，覆盖 cn 区域。</a:t>
            </a:r>
          </a:p>
          <a:p>
            <a:r>
              <a:rPr sz="1200"/>
              <a:t>从运维视角看，身份与访问 在 v1.9-cn-finance 上的 主邻接产品 表现稳定为 P004 product，邻接 P004；这一口径与相邻产品 P004 的 Agent 身份、凭据和权限 联合方案保持一致。</a:t>
            </a:r>
          </a:p>
          <a:p>
            <a:r>
              <a:rPr sz="1200"/>
              <a:t>身份与访问 的产品资料强调 旧版事件吞吐；在默认配置下等于 161200 events/s，约束为 v1.8、legacy。当工作负载包含 身份、角色、权限、令牌、多因子、访问控制、租户、组织 等能力维度时，上述约束保持不变。</a:t>
            </a:r>
          </a:p>
          <a:p>
            <a:r>
              <a:rPr sz="1200"/>
              <a:t>Agent Identity Access（AIDEN）的 旧版 P95 延迟 记为 37 ms，限定条件 v1.8、legacy；该数值服务于 Agent 身份、凭据和权限，由 v1.9-cn-finance 版本正式支持。</a:t>
            </a:r>
          </a:p>
          <a:p>
            <a:r>
              <a:rPr sz="1200"/>
              <a:t>关于 身份与访问 的 与 P004 兼容，文献给出的标准口径为 true bool，并附加 edge P003-&gt;P004 说明；这是评估 Agent 身份、凭据和权限 能力时的重要依据（P003-F059）。</a:t>
            </a:r>
          </a:p>
          <a:p>
            <a:r>
              <a:rPr sz="1200"/>
              <a:t>身份与访问 v1.9-cn-finance 的 与 P001 兼容 配置为 true bool；在 edge P003-&gt;P001 场景下仍能维持 22 ms 的 P95 延迟，符合 cn 区域的运营要求。</a:t>
            </a:r>
          </a:p>
          <a:p>
            <a:r>
              <a:rPr sz="1200"/>
              <a:t>身份与访问（Agent Identity Access，代号 AIDEN）隶属于Agent 身份、凭据和权限场景，当前生命状态ACTIVE，当前版本线 v1.9。其 核心协议 的取值/配置为 SAML 2.0、OIDC、SCIM ，约束条件包括支持 SAML 2.0、支持 OIDC、支持 SCIM。</a:t>
            </a:r>
          </a:p>
          <a:p>
            <a:r>
              <a:rPr sz="1200"/>
              <a:t>在企业版部署中，身份与访问 将 事件摄取吞吐 设计为 260000 events/s，并受到 enterprise-edition、3-node 的边界约束；相关细节记录的 fact_id 为 P003-F042，自 2025-06-01 起生效。</a:t>
            </a:r>
          </a:p>
          <a:p>
            <a:r>
              <a:rPr sz="1200"/>
              <a:t>身份与访问 面向 Agent 身份、凭据和权限 的高隔离要求，其 API 峰值并发 被定为 15000 req/s；叠加 enterprise-edition 之后，可支撑 260000 events/s 的吞吐基线，覆盖 cn 区域。</a:t>
            </a:r>
          </a:p>
          <a:p>
            <a:r>
              <a:rPr sz="1200"/>
              <a:t>从运维视角看，身份与访问 在 v1.9-cn-finance 上的 P95 检索延迟 表现稳定为 22 ms，p95、warm；这一口径与相邻产品 P004 的 Agent 身份、凭据和权限 联合方案保持一致。</a:t>
            </a:r>
          </a:p>
          <a:p>
            <a:r>
              <a:rPr sz="1200"/>
              <a:t>身份与访问 的产品资料强调 最大单文档上传；在默认配置下等于 16 MB，约束为 默认限制。当工作负载包含 身份、角色、权限、令牌、多因子、访问控制、租户、组织 等能力维度时，上述约束保持不变。</a:t>
            </a:r>
          </a:p>
          <a:p>
            <a:r>
              <a:rPr sz="1200"/>
              <a:t>Agent Identity Access（AIDEN）的 日志/审计留存期 记为 200 days，限定条件 默认；该数值服务于 Agent 身份、凭据和权限，由 v1.9-cn-finance 版本正式支持。</a:t>
            </a:r>
          </a:p>
          <a:p>
            <a:r>
              <a:rPr sz="1600"/>
              <a:t>部署形态与建议 - 4</a:t>
            </a:r>
          </a:p>
          <a:p>
            <a:r>
              <a:rPr sz="1200"/>
              <a:t>从运维视角看，身份与访问 在 v1.9-cn-finance 上的 不支持能力 表现稳定为 不支持 NTLM 认证提供方 ，negation；这一口径与相邻产品 P004 的 Agent 身份、凭据和权限 联合方案保持一致。</a:t>
            </a:r>
          </a:p>
          <a:p>
            <a:r>
              <a:rPr sz="1200"/>
              <a:t>身份与访问 的产品资料强调 否定事实；在默认配置下等于 仅企业版支持跨组织联邦 ，约束为 negation、must-not-claim。当工作负载包含 身份、角色、权限、令牌、多因子、访问控制、租户、组织 等能力维度时，上述约束保持不变。</a:t>
            </a:r>
          </a:p>
          <a:p>
            <a:r>
              <a:rPr sz="1200"/>
              <a:t>Agent Identity Access（AIDEN）的 否定事实 记为 不支持 LDAP 属主校验之外的 AD 同步 ，限定条件 negation、must-not-claim；该数值服务于 Agent 身份、凭据和权限，由 v1.9-cn-finance 版本正式支持。</a:t>
            </a:r>
          </a:p>
          <a:p>
            <a:r>
              <a:rPr sz="1200"/>
              <a:t>关于 身份与访问 的 可用性目标，文献给出的标准口径为 99.9 percent，并附加 enterprise-SLA 说明；这是评估 Agent 身份、凭据和权限 能力时的重要依据（P003-F053）。</a:t>
            </a:r>
          </a:p>
          <a:p>
            <a:r>
              <a:rPr sz="1200"/>
              <a:t>身份与访问 v1.9-cn-finance 的 合规基座 配置为 GB-35273/CAC-审查-P003 ；在 zh-cn 场景下仍能维持 22 ms 的 P95 延迟，符合 cn 区域的运营要求。</a:t>
            </a:r>
          </a:p>
          <a:p>
            <a:r>
              <a:rPr sz="1200"/>
              <a:t>身份与访问（Agent Identity Access，代号 AIDEN）隶属于Agent 身份、凭据和权限场景，当前生命状态ACTIVE，当前版本线 v1.9。其 企业版起价 的取值/配置为 22110 cny/月，约束条件包括per-org、annual。</a:t>
            </a:r>
          </a:p>
          <a:p>
            <a:r>
              <a:rPr sz="1200"/>
              <a:t>在企业版部署中，身份与访问 将 主邻接产品 设计为 P004 product，并受到 邻接 P004 的边界约束；相关细节记录的 fact_id 为 P003-F056，自 2025-02-01 起生效。</a:t>
            </a:r>
          </a:p>
          <a:p>
            <a:r>
              <a:rPr sz="1200"/>
              <a:t>身份与访问 面向 Agent 身份、凭据和权限 的高隔离要求，其 旧版事件吞吐 被定为 161200 events/s；叠加 v1.8、legacy 之后，可支撑 260000 events/s 的吞吐基线，覆盖 cn 区域。</a:t>
            </a:r>
          </a:p>
          <a:p>
            <a:r>
              <a:rPr sz="1200"/>
              <a:t>从运维视角看，身份与访问 在 v1.9-cn-finance 上的 旧版 P95 延迟 表现稳定为 37 ms，v1.8、legacy；这一口径与相邻产品 P004 的 Agent 身份、凭据和权限 联合方案保持一致。</a:t>
            </a:r>
          </a:p>
          <a:p>
            <a:r>
              <a:rPr sz="1200"/>
              <a:t>身份与访问 的产品资料强调 与 P004 兼容；在默认配置下等于 true bool，约束为 edge P003-&gt;P004。当工作负载包含 身份、角色、权限、令牌、多因子、访问控制、租户、组织 等能力维度时，上述约束保持不变。</a:t>
            </a:r>
          </a:p>
          <a:p>
            <a:r>
              <a:rPr sz="1200"/>
              <a:t>Agent Identity Access（AIDEN）的 与 P001 兼容 记为 true bool，限定条件 edge P003-&gt;P001；该数值服务于 Agent 身份、凭据和权限，由 v1.9-cn-finance 版本正式支持。</a:t>
            </a:r>
          </a:p>
          <a:p>
            <a:r>
              <a:rPr sz="1200"/>
              <a:t>关于 身份与访问 的 核心协议，文献给出的标准口径为 SAML 2.0、OIDC、SCIM ，并附加 支持 SAML 2.0、支持 OIDC、支持 SCIM 说明；这是评估 Agent 身份、凭据和权限 能力时的重要依据（P003-F041）。</a:t>
            </a:r>
          </a:p>
          <a:p>
            <a:r>
              <a:rPr sz="1200"/>
              <a:t>身份与访问 v1.9-cn-finance 的 事件摄取吞吐 配置为 260000 events/s；在 enterprise-edition、3-node 场景下仍能维持 22 ms 的 P95 延迟，符合 cn 区域的运营要求。</a:t>
            </a:r>
          </a:p>
          <a:p>
            <a:r>
              <a:rPr sz="1200"/>
              <a:t>身份与访问（Agent Identity Access，代号 AIDEN）隶属于Agent 身份、凭据和权限场景，当前生命状态ACTIVE，当前版本线 v1.9。其 API 峰值并发 的取值/配置为 15000 req/s，约束条件包括enterprise-edition。</a:t>
            </a:r>
          </a:p>
          <a:p>
            <a:r>
              <a:rPr sz="1200"/>
              <a:t>在企业版部署中，身份与访问 将 P95 检索延迟 设计为 22 ms，并受到 p95、warm 的边界约束；相关细节记录的 fact_id 为 P003-F044，自 2026-01-01 起生效。</a:t>
            </a:r>
          </a:p>
          <a:p>
            <a:r>
              <a:rPr sz="1200"/>
              <a:t>身份与访问 面向 Agent 身份、凭据和权限 的高隔离要求，其 最大单文档上传 被定为 16 MB；叠加 默认限制 之后，可支撑 260000 events/s 的吞吐基线，覆盖 cn 区域。</a:t>
            </a:r>
          </a:p>
          <a:p>
            <a:r>
              <a:rPr sz="1200"/>
              <a:t>从运维视角看，身份与访问 在 v1.9-cn-finance 上的 日志/审计留存期 表现稳定为 200 days，默认；这一口径与相邻产品 P004 的 Agent 身份、凭据和权限 联合方案保持一致。</a:t>
            </a:r>
          </a:p>
          <a:p>
            <a:r>
              <a:rPr sz="1200"/>
              <a:t>身份与访问 的产品资料强调 批量接口吞吐；在默认配置下等于 15000 ops/s，约束为 batch=512。当工作负载包含 身份、角色、权限、令牌、多因子、访问控制、租户、组织 等能力维度时，上述约束保持不变。</a:t>
            </a:r>
          </a:p>
          <a:p>
            <a:r>
              <a:rPr sz="1200"/>
              <a:t>Agent Identity Access（AIDEN）的 当前版本线 记为 v1.9 version，限定条件 GA；该数值服务于 Agent 身份、凭据和权限，由 v1.9-cn-finance 版本正式支持。</a:t>
            </a:r>
          </a:p>
          <a:p>
            <a:r>
              <a:rPr sz="1200"/>
              <a:t>关于 身份与访问 的 默认批次大小，文献给出的标准口径为 512 items，并附加 可配置 说明；这是评估 Agent 身份、凭据和权限 能力时的重要依据（P003-F049）。</a:t>
            </a:r>
          </a:p>
          <a:p>
            <a:r>
              <a:rPr sz="1600"/>
              <a:t>否定事实与边界</a:t>
            </a:r>
          </a:p>
          <a:p>
            <a:r>
              <a:rPr sz="1200"/>
              <a:t>边界事实（must-not-claim）：仅企业版支持跨组织联邦。</a:t>
            </a:r>
          </a:p>
          <a:p>
            <a:r>
              <a:rPr sz="1200"/>
              <a:t>边界事实：身份与访问 不支持 不支持 NTLM 认证提供方（详见 P003-F 系事实）。</a:t>
            </a:r>
          </a:p>
          <a:p>
            <a:r>
              <a:rPr sz="1200"/>
              <a:t>边界事实（must-not-claim）：不支持 LDAP 属主校验之外的 AD 同步。</a:t>
            </a:r>
          </a:p>
          <a:p>
            <a:r>
              <a:rPr sz="1200"/>
              <a:t>边界事实：身份与访问 不支持 不支持 NTLM 认证提供方（详见 P003-F 系事实）。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