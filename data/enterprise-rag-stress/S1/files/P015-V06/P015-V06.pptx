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合规引擎·case·v3.1-cn（说明文档）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产品定位与场景 - 1</a:t>
            </a:r>
          </a:p>
          <a:p>
            <a:r>
              <a:rPr sz="1200"/>
              <a:t>合规引擎（Compliance Engine，代号 COME）隶属于合规、风险控制和监管报送场景，当前生命状态ACTIVE，当前版本线 v3.1。其 核心协议 的取值/配置为 监管映射、报告周期 ，约束条件包括支持 监管映射、支持 报告周期。</a:t>
            </a:r>
          </a:p>
          <a:p>
            <a:r>
              <a:rPr sz="1200"/>
              <a:t>在企业版部署中，合规引擎 将 事件摄取吞吐 设计为 300000 events/s，并受到 enterprise-edition、3-node 的边界约束；相关细节记录的 fact_id 为 P015-F282，自 2025-06-01 起生效。</a:t>
            </a:r>
          </a:p>
          <a:p>
            <a:r>
              <a:rPr sz="1200"/>
              <a:t>合规引擎 面向 合规、风险控制和监管报送 的高隔离要求，其 API 峰值并发 被定为 4000 req/s；叠加 enterprise-edition 之后，可支撑 300000 events/s 的吞吐基线，覆盖 cn 区域。</a:t>
            </a:r>
          </a:p>
          <a:p>
            <a:r>
              <a:rPr sz="1200"/>
              <a:t>从运维视角看，合规引擎 在 v3.1-cn 上的 P95 检索延迟 表现稳定为 28 ms，p95、warm；这一口径与相邻产品 P007 的 合规、风险控制和监管报送 联合方案保持一致。</a:t>
            </a:r>
          </a:p>
          <a:p>
            <a:r>
              <a:rPr sz="1200"/>
              <a:t>合规引擎 的产品资料强调 最大单文档上传；在默认配置下等于 16 MB，约束为 默认限制。当工作负载包含 合规、报送、监管、条例、映射、审计、留存、跨境 等能力维度时，上述约束保持不变。</a:t>
            </a:r>
          </a:p>
          <a:p>
            <a:r>
              <a:rPr sz="1200"/>
              <a:t>Compliance Engine（COME）的 日志/审计留存期 记为 500 days，限定条件 默认；该数值服务于 合规、风险控制和监管报送，由 v3.1-cn 版本正式支持。</a:t>
            </a:r>
          </a:p>
          <a:p>
            <a:r>
              <a:rPr sz="1200"/>
              <a:t>关于 合规引擎 的 批量接口吞吐，文献给出的标准口径为 4200 ops/s，并附加 batch=512 说明；这是评估 合规、风险控制和监管报送 能力时的重要依据（P015-F287）。</a:t>
            </a:r>
          </a:p>
          <a:p>
            <a:r>
              <a:rPr sz="1200"/>
              <a:t>合规引擎 v3.1-cn 的 当前版本线 配置为 v3.1 version；在 GA 场景下仍能维持 28 ms 的 P95 延迟，符合 cn 区域的运营要求。</a:t>
            </a:r>
          </a:p>
          <a:p>
            <a:r>
              <a:rPr sz="1200"/>
              <a:t>合规引擎（Compliance Engine，代号 COME）隶属于合规、风险控制和监管报送场景，当前生命状态ACTIVE，当前版本线 v3.1。其 默认批次大小 的取值/配置为 512 items，约束条件包括可配置。</a:t>
            </a:r>
          </a:p>
          <a:p>
            <a:r>
              <a:rPr sz="1200"/>
              <a:t>在企业版部署中，合规引擎 将 不支持能力 设计为 不支持自定义监管模板的自动化审批 ，并受到 negation 的边界约束；相关细节记录的 fact_id 为 P015-F290，自 2025-01-01 起生效。</a:t>
            </a:r>
          </a:p>
          <a:p>
            <a:r>
              <a:rPr sz="1200"/>
              <a:t>合规引擎 面向 合规、风险控制和监管报送 的高隔离要求，其 否定事实 被定为 仅企业版支持跨境数据合规评估 ；叠加 negation、must-not-claim 之后，可支撑 300000 events/s 的吞吐基线，覆盖 cn 区域。</a:t>
            </a:r>
          </a:p>
          <a:p>
            <a:r>
              <a:rPr sz="1200"/>
              <a:t>从运维视角看，合规引擎 在 v3.1-cn 上的 否定事实 表现稳定为 不支持历史报送回填审计 ，negation、must-not-claim；这一口径与相邻产品 P007 的 合规、风险控制和监管报送 联合方案保持一致。</a:t>
            </a:r>
          </a:p>
          <a:p>
            <a:r>
              <a:rPr sz="1200"/>
              <a:t>合规引擎 的产品资料强调 可用性目标；在默认配置下等于 99.9 percent，约束为 enterprise-SLA。当工作负载包含 合规、报送、监管、条例、映射、审计、留存、跨境 等能力维度时，上述约束保持不变。</a:t>
            </a:r>
          </a:p>
          <a:p>
            <a:r>
              <a:rPr sz="1200"/>
              <a:t>Compliance Engine（COME）的 合规基座 记为 GB-35273/CAC-审查-P015 ，限定条件 zh-cn；该数值服务于 合规、风险控制和监管报送，由 v3.1-cn 版本正式支持。</a:t>
            </a:r>
          </a:p>
          <a:p>
            <a:r>
              <a:rPr sz="1200"/>
              <a:t>关于 合规引擎 的 企业版起价，文献给出的标准口径为 20550 cny/月，并附加 per-org、annual 说明；这是评估 合规、风险控制和监管报送 能力时的重要依据（P015-F295）。</a:t>
            </a:r>
          </a:p>
          <a:p>
            <a:r>
              <a:rPr sz="1200"/>
              <a:t>合规引擎 v3.1-cn 的 主邻接产品 配置为 P007 product；在 邻接 P007 场景下仍能维持 28 ms 的 P95 延迟，符合 cn 区域的运营要求。</a:t>
            </a:r>
          </a:p>
          <a:p>
            <a:r>
              <a:rPr sz="1200"/>
              <a:t>合规引擎（Compliance Engine，代号 COME）隶属于合规、风险控制和监管报送场景，当前生命状态ACTIVE，当前版本线 v3.1。其 旧版事件吞吐 的取值/配置为 186000 events/s，约束条件包括v3.0、legacy。</a:t>
            </a:r>
          </a:p>
          <a:p>
            <a:r>
              <a:rPr sz="1200"/>
              <a:t>在企业版部署中，合规引擎 将 旧版 P95 延迟 设计为 47 ms，并受到 v3.0、legacy 的边界约束；相关细节记录的 fact_id 为 P015-F298，自 2024-06-01 起生效。</a:t>
            </a:r>
          </a:p>
          <a:p>
            <a:r>
              <a:rPr sz="1200"/>
              <a:t>合规引擎 面向 合规、风险控制和监管报送 的高隔离要求，其 与 P007 兼容 被定为 true bool；叠加 edge P015-&gt;P007 之后，可支撑 300000 events/s 的吞吐基线，覆盖 cn 区域。</a:t>
            </a:r>
          </a:p>
          <a:p>
            <a:r>
              <a:rPr sz="1200"/>
              <a:t>从运维视角看，合规引擎 在 v3.1-cn 上的 与 P016 兼容 表现稳定为 true bool，edge P015-&gt;P016；这一口径与相邻产品 P007 的 合规、风险控制和监管报送 联合方案保持一致。</a:t>
            </a:r>
          </a:p>
          <a:p>
            <a:r>
              <a:rPr sz="1600"/>
              <a:t>能力概述与关键事实 - 2</a:t>
            </a:r>
          </a:p>
          <a:p>
            <a:r>
              <a:rPr sz="1200"/>
              <a:t>在企业版部署中，合规引擎 将 P95 检索延迟 设计为 28 ms，并受到 p95、warm 的边界约束；相关细节记录的 fact_id 为 P015-F284，自 2026-01-01 起生效。</a:t>
            </a:r>
          </a:p>
          <a:p>
            <a:r>
              <a:rPr sz="1200"/>
              <a:t>合规引擎 面向 合规、风险控制和监管报送 的高隔离要求，其 最大单文档上传 被定为 16 MB；叠加 默认限制 之后，可支撑 300000 events/s 的吞吐基线，覆盖 cn 区域。</a:t>
            </a:r>
          </a:p>
          <a:p>
            <a:r>
              <a:rPr sz="1200"/>
              <a:t>从运维视角看，合规引擎 在 v3.1-cn 上的 日志/审计留存期 表现稳定为 500 days，默认；这一口径与相邻产品 P007 的 合规、风险控制和监管报送 联合方案保持一致。</a:t>
            </a:r>
          </a:p>
          <a:p>
            <a:r>
              <a:rPr sz="1200"/>
              <a:t>合规引擎 的产品资料强调 批量接口吞吐；在默认配置下等于 4200 ops/s，约束为 batch=512。当工作负载包含 合规、报送、监管、条例、映射、审计、留存、跨境 等能力维度时，上述约束保持不变。</a:t>
            </a:r>
          </a:p>
          <a:p>
            <a:r>
              <a:rPr sz="1200"/>
              <a:t>Compliance Engine（COME）的 当前版本线 记为 v3.1 version，限定条件 GA；该数值服务于 合规、风险控制和监管报送，由 v3.1-cn 版本正式支持。</a:t>
            </a:r>
          </a:p>
          <a:p>
            <a:r>
              <a:rPr sz="1200"/>
              <a:t>关于 合规引擎 的 默认批次大小，文献给出的标准口径为 512 items，并附加 可配置 说明；这是评估 合规、风险控制和监管报送 能力时的重要依据（P015-F289）。</a:t>
            </a:r>
          </a:p>
          <a:p>
            <a:r>
              <a:rPr sz="1200"/>
              <a:t>合规引擎 v3.1-cn 的 不支持能力 配置为 不支持自定义监管模板的自动化审批 ；在 negation 场景下仍能维持 28 ms 的 P95 延迟，符合 cn 区域的运营要求。</a:t>
            </a:r>
          </a:p>
          <a:p>
            <a:r>
              <a:rPr sz="1200"/>
              <a:t>合规引擎（Compliance Engine，代号 COME）隶属于合规、风险控制和监管报送场景，当前生命状态ACTIVE，当前版本线 v3.1。其 否定事实 的取值/配置为 仅企业版支持跨境数据合规评估 ，约束条件包括negation、must-not-claim。</a:t>
            </a:r>
          </a:p>
          <a:p>
            <a:r>
              <a:rPr sz="1200"/>
              <a:t>在企业版部署中，合规引擎 将 否定事实 设计为 不支持历史报送回填审计 ，并受到 negation、must-not-claim 的边界约束；相关细节记录的 fact_id 为 P015-F292，自 2025-01-01 起生效。</a:t>
            </a:r>
          </a:p>
          <a:p>
            <a:r>
              <a:rPr sz="1200"/>
              <a:t>合规引擎 面向 合规、风险控制和监管报送 的高隔离要求，其 可用性目标 被定为 99.9 percent；叠加 enterprise-SLA 之后，可支撑 300000 events/s 的吞吐基线，覆盖 cn 区域。</a:t>
            </a:r>
          </a:p>
          <a:p>
            <a:r>
              <a:rPr sz="1200"/>
              <a:t>从运维视角看，合规引擎 在 v3.1-cn 上的 合规基座 表现稳定为 GB-35273/CAC-审查-P015 ，zh-cn；这一口径与相邻产品 P007 的 合规、风险控制和监管报送 联合方案保持一致。</a:t>
            </a:r>
          </a:p>
          <a:p>
            <a:r>
              <a:rPr sz="1200"/>
              <a:t>合规引擎 的产品资料强调 企业版起价；在默认配置下等于 20550 cny/月，约束为 per-org、annual。当工作负载包含 合规、报送、监管、条例、映射、审计、留存、跨境 等能力维度时，上述约束保持不变。</a:t>
            </a:r>
          </a:p>
          <a:p>
            <a:r>
              <a:rPr sz="1200"/>
              <a:t>Compliance Engine（COME）的 主邻接产品 记为 P007 product，限定条件 邻接 P007；该数值服务于 合规、风险控制和监管报送，由 v3.1-cn 版本正式支持。</a:t>
            </a:r>
          </a:p>
          <a:p>
            <a:r>
              <a:rPr sz="1200"/>
              <a:t>关于 合规引擎 的 旧版事件吞吐，文献给出的标准口径为 186000 events/s，并附加 v3.0、legacy 说明；这是评估 合规、风险控制和监管报送 能力时的重要依据（P015-F297）。</a:t>
            </a:r>
          </a:p>
          <a:p>
            <a:r>
              <a:rPr sz="1200"/>
              <a:t>合规引擎 v3.1-cn 的 旧版 P95 延迟 配置为 47 ms；在 v3.0、legacy 场景下仍能维持 28 ms 的 P95 延迟，符合 cn 区域的运营要求。</a:t>
            </a:r>
          </a:p>
          <a:p>
            <a:r>
              <a:rPr sz="1200"/>
              <a:t>合规引擎（Compliance Engine，代号 COME）隶属于合规、风险控制和监管报送场景，当前生命状态ACTIVE，当前版本线 v3.1。其 与 P007 兼容 的取值/配置为 true bool，约束条件包括edge P015-&gt;P007。</a:t>
            </a:r>
          </a:p>
          <a:p>
            <a:r>
              <a:rPr sz="1200"/>
              <a:t>在企业版部署中，合规引擎 将 与 P016 兼容 设计为 true bool，并受到 edge P015-&gt;P016 的边界约束；相关细节记录的 fact_id 为 P015-F300，自 2025-02-01 起生效。</a:t>
            </a:r>
          </a:p>
          <a:p>
            <a:r>
              <a:rPr sz="1200"/>
              <a:t>合规引擎 面向 合规、风险控制和监管报送 的高隔离要求，其 核心协议 被定为 监管映射、报告周期 ；叠加 支持 监管映射、支持 报告周期 之后，可支撑 300000 events/s 的吞吐基线，覆盖 cn 区域。</a:t>
            </a:r>
          </a:p>
          <a:p>
            <a:r>
              <a:rPr sz="1200"/>
              <a:t>从运维视角看，合规引擎 在 v3.1-cn 上的 事件摄取吞吐 表现稳定为 300000 events/s，enterprise-edition、3-node；这一口径与相邻产品 P007 的 合规、风险控制和监管报送 联合方案保持一致。</a:t>
            </a:r>
          </a:p>
          <a:p>
            <a:r>
              <a:rPr sz="1200"/>
              <a:t>合规引擎 的产品资料强调 API 峰值并发；在默认配置下等于 4000 req/s，约束为 enterprise-edition。当工作负载包含 合规、报送、监管、条例、映射、审计、留存、跨境 等能力维度时，上述约束保持不变。</a:t>
            </a:r>
          </a:p>
          <a:p>
            <a:r>
              <a:rPr sz="1600"/>
              <a:t>性能与规模基线 - 3</a:t>
            </a:r>
          </a:p>
          <a:p>
            <a:r>
              <a:rPr sz="1200"/>
              <a:t>合规引擎 面向 合规、风险控制和监管报送 的高隔离要求，其 批量接口吞吐 被定为 4200 ops/s；叠加 batch=512 之后，可支撑 300000 events/s 的吞吐基线，覆盖 cn 区域。</a:t>
            </a:r>
          </a:p>
          <a:p>
            <a:r>
              <a:rPr sz="1200"/>
              <a:t>从运维视角看，合规引擎 在 v3.1-cn 上的 当前版本线 表现稳定为 v3.1 version，GA；这一口径与相邻产品 P007 的 合规、风险控制和监管报送 联合方案保持一致。</a:t>
            </a:r>
          </a:p>
          <a:p>
            <a:r>
              <a:rPr sz="1200"/>
              <a:t>合规引擎 的产品资料强调 默认批次大小；在默认配置下等于 512 items，约束为 可配置。当工作负载包含 合规、报送、监管、条例、映射、审计、留存、跨境 等能力维度时，上述约束保持不变。</a:t>
            </a:r>
          </a:p>
          <a:p>
            <a:r>
              <a:rPr sz="1200"/>
              <a:t>Compliance Engine（COME）的 不支持能力 记为 不支持自定义监管模板的自动化审批 ，限定条件 negation；该数值服务于 合规、风险控制和监管报送，由 v3.1-cn 版本正式支持。</a:t>
            </a:r>
          </a:p>
          <a:p>
            <a:r>
              <a:rPr sz="1200"/>
              <a:t>关于 合规引擎 的 否定事实，文献给出的标准口径为 仅企业版支持跨境数据合规评估 ，并附加 negation、must-not-claim 说明；这是评估 合规、风险控制和监管报送 能力时的重要依据（P015-F291）。</a:t>
            </a:r>
          </a:p>
          <a:p>
            <a:r>
              <a:rPr sz="1200"/>
              <a:t>合规引擎 v3.1-cn 的 否定事实 配置为 不支持历史报送回填审计 ；在 negation、must-not-claim 场景下仍能维持 28 ms 的 P95 延迟，符合 cn 区域的运营要求。</a:t>
            </a:r>
          </a:p>
          <a:p>
            <a:r>
              <a:rPr sz="1200"/>
              <a:t>合规引擎（Compliance Engine，代号 COME）隶属于合规、风险控制和监管报送场景，当前生命状态ACTIVE，当前版本线 v3.1。其 可用性目标 的取值/配置为 99.9 percent，约束条件包括enterprise-SLA。</a:t>
            </a:r>
          </a:p>
          <a:p>
            <a:r>
              <a:rPr sz="1200"/>
              <a:t>在企业版部署中，合规引擎 将 合规基座 设计为 GB-35273/CAC-审查-P015 ，并受到 zh-cn 的边界约束；相关细节记录的 fact_id 为 P015-F294，自 2025-05-01 起生效。</a:t>
            </a:r>
          </a:p>
          <a:p>
            <a:r>
              <a:rPr sz="1200"/>
              <a:t>合规引擎 面向 合规、风险控制和监管报送 的高隔离要求，其 企业版起价 被定为 20550 cny/月；叠加 per-org、annual 之后，可支撑 300000 events/s 的吞吐基线，覆盖 cn 区域。</a:t>
            </a:r>
          </a:p>
          <a:p>
            <a:r>
              <a:rPr sz="1200"/>
              <a:t>从运维视角看，合规引擎 在 v3.1-cn 上的 主邻接产品 表现稳定为 P007 product，邻接 P007；这一口径与相邻产品 P007 的 合规、风险控制和监管报送 联合方案保持一致。</a:t>
            </a:r>
          </a:p>
          <a:p>
            <a:r>
              <a:rPr sz="1200"/>
              <a:t>合规引擎 的产品资料强调 旧版事件吞吐；在默认配置下等于 186000 events/s，约束为 v3.0、legacy。当工作负载包含 合规、报送、监管、条例、映射、审计、留存、跨境 等能力维度时，上述约束保持不变。</a:t>
            </a:r>
          </a:p>
          <a:p>
            <a:r>
              <a:rPr sz="1200"/>
              <a:t>Compliance Engine（COME）的 旧版 P95 延迟 记为 47 ms，限定条件 v3.0、legacy；该数值服务于 合规、风险控制和监管报送，由 v3.1-cn 版本正式支持。</a:t>
            </a:r>
          </a:p>
          <a:p>
            <a:r>
              <a:rPr sz="1200"/>
              <a:t>关于 合规引擎 的 与 P007 兼容，文献给出的标准口径为 true bool，并附加 edge P015-&gt;P007 说明；这是评估 合规、风险控制和监管报送 能力时的重要依据（P015-F299）。</a:t>
            </a:r>
          </a:p>
          <a:p>
            <a:r>
              <a:rPr sz="1200"/>
              <a:t>合规引擎 v3.1-cn 的 与 P016 兼容 配置为 true bool；在 edge P015-&gt;P016 场景下仍能维持 28 ms 的 P95 延迟，符合 cn 区域的运营要求。</a:t>
            </a:r>
          </a:p>
          <a:p>
            <a:r>
              <a:rPr sz="1200"/>
              <a:t>合规引擎（Compliance Engine，代号 COME）隶属于合规、风险控制和监管报送场景，当前生命状态ACTIVE，当前版本线 v3.1。其 核心协议 的取值/配置为 监管映射、报告周期 ，约束条件包括支持 监管映射、支持 报告周期。</a:t>
            </a:r>
          </a:p>
          <a:p>
            <a:r>
              <a:rPr sz="1200"/>
              <a:t>在企业版部署中，合规引擎 将 事件摄取吞吐 设计为 300000 events/s，并受到 enterprise-edition、3-node 的边界约束；相关细节记录的 fact_id 为 P015-F282，自 2025-06-01 起生效。</a:t>
            </a:r>
          </a:p>
          <a:p>
            <a:r>
              <a:rPr sz="1200"/>
              <a:t>合规引擎 面向 合规、风险控制和监管报送 的高隔离要求，其 API 峰值并发 被定为 4000 req/s；叠加 enterprise-edition 之后，可支撑 300000 events/s 的吞吐基线，覆盖 cn 区域。</a:t>
            </a:r>
          </a:p>
          <a:p>
            <a:r>
              <a:rPr sz="1200"/>
              <a:t>从运维视角看，合规引擎 在 v3.1-cn 上的 P95 检索延迟 表现稳定为 28 ms，p95、warm；这一口径与相邻产品 P007 的 合规、风险控制和监管报送 联合方案保持一致。</a:t>
            </a:r>
          </a:p>
          <a:p>
            <a:r>
              <a:rPr sz="1200"/>
              <a:t>合规引擎 的产品资料强调 最大单文档上传；在默认配置下等于 16 MB，约束为 默认限制。当工作负载包含 合规、报送、监管、条例、映射、审计、留存、跨境 等能力维度时，上述约束保持不变。</a:t>
            </a:r>
          </a:p>
          <a:p>
            <a:r>
              <a:rPr sz="1200"/>
              <a:t>Compliance Engine（COME）的 日志/审计留存期 记为 500 days，限定条件 默认；该数值服务于 合规、风险控制和监管报送，由 v3.1-cn 版本正式支持。</a:t>
            </a:r>
          </a:p>
          <a:p>
            <a:r>
              <a:rPr sz="1600"/>
              <a:t>否定事实与边界</a:t>
            </a:r>
          </a:p>
          <a:p>
            <a:r>
              <a:rPr sz="1200"/>
              <a:t>边界事实（must-not-claim）：仅企业版支持跨境数据合规评估。</a:t>
            </a:r>
          </a:p>
          <a:p>
            <a:r>
              <a:rPr sz="1200"/>
              <a:t>边界事实：合规引擎 不支持 不支持自定义监管模板的自动化审批（详见 P015-F 系事实）。</a:t>
            </a:r>
          </a:p>
          <a:p>
            <a:r>
              <a:rPr sz="1200"/>
              <a:t>边界事实（must-not-claim）：不支持历史报送回填审计。</a:t>
            </a:r>
          </a:p>
          <a:p>
            <a:r>
              <a:rPr sz="1200"/>
              <a:t>边界事实：合规引擎 不支持 不支持自定义监管模板的自动化审批（详见 P015-F 系事实）。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