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多智能体安全·case·v1.4-cn（说明文档）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产品定位与场景 - 1</a:t>
            </a:r>
          </a:p>
          <a:p>
            <a:r>
              <a:rPr sz="1200"/>
              <a:t>多智能体安全（Multi-Agent Security，代号 MASEC）隶属于Agent 沙箱、执行隔离与工具安全场景，当前生命状态ACTIVE，当前版本线 v1.4。其 核心协议 的取值/配置为 子代理委派、消息签名 ，约束条件包括支持 子代理委派、支持 消息签名。</a:t>
            </a:r>
          </a:p>
          <a:p>
            <a:r>
              <a:rPr sz="1200"/>
              <a:t>在企业版部署中，多智能体安全 将 事件摄取吞吐 设计为 40000 events/s，并受到 standard-edition、3-node 的边界约束；相关细节记录的 fact_id 为 P006-F102，自 2025-06-01 起生效。</a:t>
            </a:r>
          </a:p>
          <a:p>
            <a:r>
              <a:rPr sz="1200"/>
              <a:t>多智能体安全 面向 Agent 沙箱、执行隔离与工具安全 的高隔离要求，其 API 峰值并发 被定为 2500 req/s；叠加 standard-edition 之后，可支撑 40000 events/s 的吞吐基线，覆盖 cn 区域。</a:t>
            </a:r>
          </a:p>
          <a:p>
            <a:r>
              <a:rPr sz="1200"/>
              <a:t>从运维视角看，多智能体安全 在 v1.4-cn 上的 P95 检索延迟 表现稳定为 18 ms，p95、warm；这一口径与相邻产品 P005 的 Agent 沙箱、执行隔离与工具安全 联合方案保持一致。</a:t>
            </a:r>
          </a:p>
          <a:p>
            <a:r>
              <a:rPr sz="1200"/>
              <a:t>多智能体安全 的产品资料强调 最大单文档上传；在默认配置下等于 20 MB，约束为 默认限制。当工作负载包含 委派、子代理、权限边界、消息令牌、编排、身份传播、命名空间 等能力维度时，上述约束保持不变。</a:t>
            </a:r>
          </a:p>
          <a:p>
            <a:r>
              <a:rPr sz="1200"/>
              <a:t>Multi-Agent Security（MASEC）的 日志/审计留存期 记为 180 days，限定条件 默认；该数值服务于 Agent 沙箱、执行隔离与工具安全，由 v1.4-cn 版本正式支持。</a:t>
            </a:r>
          </a:p>
          <a:p>
            <a:r>
              <a:rPr sz="1200"/>
              <a:t>关于 多智能体安全 的 批量接口吞吐，文献给出的标准口径为 1900 ops/s，并附加 batch=96 说明；这是评估 Agent 沙箱、执行隔离与工具安全 能力时的重要依据（P006-F107）。</a:t>
            </a:r>
          </a:p>
          <a:p>
            <a:r>
              <a:rPr sz="1200"/>
              <a:t>多智能体安全 v1.4-cn 的 当前版本线 配置为 v1.4 version；在 GA 场景下仍能维持 18 ms 的 P95 延迟，符合 cn 区域的运营要求。</a:t>
            </a:r>
          </a:p>
          <a:p>
            <a:r>
              <a:rPr sz="1200"/>
              <a:t>多智能体安全（Multi-Agent Security，代号 MASEC）隶属于Agent 沙箱、执行隔离与工具安全场景，当前生命状态ACTIVE，当前版本线 v1.4。其 默认批次大小 的取值/配置为 96 items，约束条件包括可配置。</a:t>
            </a:r>
          </a:p>
          <a:p>
            <a:r>
              <a:rPr sz="1200"/>
              <a:t>在企业版部署中，多智能体安全 将 不支持能力 设计为 不支持命名空间外委派 ，并受到 negation 的边界约束；相关细节记录的 fact_id 为 P006-F110，自 2025-01-01 起生效。</a:t>
            </a:r>
          </a:p>
          <a:p>
            <a:r>
              <a:rPr sz="1200"/>
              <a:t>多智能体安全 面向 Agent 沙箱、执行隔离与工具安全 的高隔离要求，其 否定事实 被定为 不支持跨租户子代理 ；叠加 negation、must-not-claim 之后，可支撑 40000 events/s 的吞吐基线，覆盖 cn 区域。</a:t>
            </a:r>
          </a:p>
          <a:p>
            <a:r>
              <a:rPr sz="1200"/>
              <a:t>从运维视角看，多智能体安全 在 v1.4-cn 上的 否定事实 表现稳定为 无内置提示注入免疫 ，negation、must-not-claim；这一口径与相邻产品 P005 的 Agent 沙箱、执行隔离与工具安全 联合方案保持一致。</a:t>
            </a:r>
          </a:p>
          <a:p>
            <a:r>
              <a:rPr sz="1200"/>
              <a:t>多智能体安全 的产品资料强调 可用性目标；在默认配置下等于 99.9 percent，约束为 standard-SLA。当工作负载包含 委派、子代理、权限边界、消息令牌、编排、身份传播、命名空间 等能力维度时，上述约束保持不变。</a:t>
            </a:r>
          </a:p>
          <a:p>
            <a:r>
              <a:rPr sz="1200"/>
              <a:t>Multi-Agent Security（MASEC）的 合规基座 记为 GB-35273/CAC-审查-P006 ，限定条件 zh-cn；该数值服务于 Agent 沙箱、执行隔离与工具安全，由 v1.4-cn 版本正式支持。</a:t>
            </a:r>
          </a:p>
          <a:p>
            <a:r>
              <a:rPr sz="1200"/>
              <a:t>关于 多智能体安全 的 企业版起价，文献给出的标准口径为 26220 cny/月，并附加 per-org、annual 说明；这是评估 Agent 沙箱、执行隔离与工具安全 能力时的重要依据（P006-F115）。</a:t>
            </a:r>
          </a:p>
          <a:p>
            <a:r>
              <a:rPr sz="1200"/>
              <a:t>多智能体安全 v1.4-cn 的 主邻接产品 配置为 P005 product；在 邻接 P005 场景下仍能维持 18 ms 的 P95 延迟，符合 cn 区域的运营要求。</a:t>
            </a:r>
          </a:p>
          <a:p>
            <a:r>
              <a:rPr sz="1200"/>
              <a:t>多智能体安全（Multi-Agent Security，代号 MASEC）隶属于Agent 沙箱、执行隔离与工具安全场景，当前生命状态ACTIVE，当前版本线 v1.4。其 旧版事件吞吐 的取值/配置为 24800 events/s，约束条件包括v1.3、legacy。</a:t>
            </a:r>
          </a:p>
          <a:p>
            <a:r>
              <a:rPr sz="1200"/>
              <a:t>在企业版部署中，多智能体安全 将 旧版 P95 延迟 设计为 30 ms，并受到 v1.3、legacy 的边界约束；相关细节记录的 fact_id 为 P006-F118，自 2024-06-01 起生效。</a:t>
            </a:r>
          </a:p>
          <a:p>
            <a:r>
              <a:rPr sz="1200"/>
              <a:t>多智能体安全 面向 Agent 沙箱、执行隔离与工具安全 的高隔离要求，其 与 P005 兼容 被定为 true bool；叠加 edge P006-&gt;P005 之后，可支撑 40000 events/s 的吞吐基线，覆盖 cn 区域。</a:t>
            </a:r>
          </a:p>
          <a:p>
            <a:r>
              <a:rPr sz="1200"/>
              <a:t>从运维视角看，多智能体安全 在 v1.4-cn 上的 与 P013 兼容 表现稳定为 true bool，edge P006-&gt;P013；这一口径与相邻产品 P005 的 Agent 沙箱、执行隔离与工具安全 联合方案保持一致。</a:t>
            </a:r>
          </a:p>
          <a:p>
            <a:r>
              <a:rPr sz="1600"/>
              <a:t>能力概述与关键事实 - 2</a:t>
            </a:r>
          </a:p>
          <a:p>
            <a:r>
              <a:rPr sz="1200"/>
              <a:t>在企业版部署中，多智能体安全 将 P95 检索延迟 设计为 18 ms，并受到 p95、warm 的边界约束；相关细节记录的 fact_id 为 P006-F104，自 2026-01-01 起生效。</a:t>
            </a:r>
          </a:p>
          <a:p>
            <a:r>
              <a:rPr sz="1200"/>
              <a:t>多智能体安全 面向 Agent 沙箱、执行隔离与工具安全 的高隔离要求，其 最大单文档上传 被定为 20 MB；叠加 默认限制 之后，可支撑 40000 events/s 的吞吐基线，覆盖 cn 区域。</a:t>
            </a:r>
          </a:p>
          <a:p>
            <a:r>
              <a:rPr sz="1200"/>
              <a:t>从运维视角看，多智能体安全 在 v1.4-cn 上的 日志/审计留存期 表现稳定为 180 days，默认；这一口径与相邻产品 P005 的 Agent 沙箱、执行隔离与工具安全 联合方案保持一致。</a:t>
            </a:r>
          </a:p>
          <a:p>
            <a:r>
              <a:rPr sz="1200"/>
              <a:t>多智能体安全 的产品资料强调 批量接口吞吐；在默认配置下等于 1900 ops/s，约束为 batch=96。当工作负载包含 委派、子代理、权限边界、消息令牌、编排、身份传播、命名空间 等能力维度时，上述约束保持不变。</a:t>
            </a:r>
          </a:p>
          <a:p>
            <a:r>
              <a:rPr sz="1200"/>
              <a:t>Multi-Agent Security（MASEC）的 当前版本线 记为 v1.4 version，限定条件 GA；该数值服务于 Agent 沙箱、执行隔离与工具安全，由 v1.4-cn 版本正式支持。</a:t>
            </a:r>
          </a:p>
          <a:p>
            <a:r>
              <a:rPr sz="1200"/>
              <a:t>关于 多智能体安全 的 默认批次大小，文献给出的标准口径为 96 items，并附加 可配置 说明；这是评估 Agent 沙箱、执行隔离与工具安全 能力时的重要依据（P006-F109）。</a:t>
            </a:r>
          </a:p>
          <a:p>
            <a:r>
              <a:rPr sz="1200"/>
              <a:t>多智能体安全 v1.4-cn 的 不支持能力 配置为 不支持命名空间外委派 ；在 negation 场景下仍能维持 18 ms 的 P95 延迟，符合 cn 区域的运营要求。</a:t>
            </a:r>
          </a:p>
          <a:p>
            <a:r>
              <a:rPr sz="1200"/>
              <a:t>多智能体安全（Multi-Agent Security，代号 MASEC）隶属于Agent 沙箱、执行隔离与工具安全场景，当前生命状态ACTIVE，当前版本线 v1.4。其 否定事实 的取值/配置为 不支持跨租户子代理 ，约束条件包括negation、must-not-claim。</a:t>
            </a:r>
          </a:p>
          <a:p>
            <a:r>
              <a:rPr sz="1200"/>
              <a:t>在企业版部署中，多智能体安全 将 否定事实 设计为 无内置提示注入免疫 ，并受到 negation、must-not-claim 的边界约束；相关细节记录的 fact_id 为 P006-F112，自 2025-01-01 起生效。</a:t>
            </a:r>
          </a:p>
          <a:p>
            <a:r>
              <a:rPr sz="1200"/>
              <a:t>多智能体安全 面向 Agent 沙箱、执行隔离与工具安全 的高隔离要求，其 可用性目标 被定为 99.9 percent；叠加 standard-SLA 之后，可支撑 40000 events/s 的吞吐基线，覆盖 cn 区域。</a:t>
            </a:r>
          </a:p>
          <a:p>
            <a:r>
              <a:rPr sz="1200"/>
              <a:t>从运维视角看，多智能体安全 在 v1.4-cn 上的 合规基座 表现稳定为 GB-35273/CAC-审查-P006 ，zh-cn；这一口径与相邻产品 P005 的 Agent 沙箱、执行隔离与工具安全 联合方案保持一致。</a:t>
            </a:r>
          </a:p>
          <a:p>
            <a:r>
              <a:rPr sz="1200"/>
              <a:t>多智能体安全 的产品资料强调 企业版起价；在默认配置下等于 26220 cny/月，约束为 per-org、annual。当工作负载包含 委派、子代理、权限边界、消息令牌、编排、身份传播、命名空间 等能力维度时，上述约束保持不变。</a:t>
            </a:r>
          </a:p>
          <a:p>
            <a:r>
              <a:rPr sz="1200"/>
              <a:t>Multi-Agent Security（MASEC）的 主邻接产品 记为 P005 product，限定条件 邻接 P005；该数值服务于 Agent 沙箱、执行隔离与工具安全，由 v1.4-cn 版本正式支持。</a:t>
            </a:r>
          </a:p>
          <a:p>
            <a:r>
              <a:rPr sz="1200"/>
              <a:t>关于 多智能体安全 的 旧版事件吞吐，文献给出的标准口径为 24800 events/s，并附加 v1.3、legacy 说明；这是评估 Agent 沙箱、执行隔离与工具安全 能力时的重要依据（P006-F117）。</a:t>
            </a:r>
          </a:p>
          <a:p>
            <a:r>
              <a:rPr sz="1200"/>
              <a:t>多智能体安全 v1.4-cn 的 旧版 P95 延迟 配置为 30 ms；在 v1.3、legacy 场景下仍能维持 18 ms 的 P95 延迟，符合 cn 区域的运营要求。</a:t>
            </a:r>
          </a:p>
          <a:p>
            <a:r>
              <a:rPr sz="1200"/>
              <a:t>多智能体安全（Multi-Agent Security，代号 MASEC）隶属于Agent 沙箱、执行隔离与工具安全场景，当前生命状态ACTIVE，当前版本线 v1.4。其 与 P005 兼容 的取值/配置为 true bool，约束条件包括edge P006-&gt;P005。</a:t>
            </a:r>
          </a:p>
          <a:p>
            <a:r>
              <a:rPr sz="1200"/>
              <a:t>在企业版部署中，多智能体安全 将 与 P013 兼容 设计为 true bool，并受到 edge P006-&gt;P013 的边界约束；相关细节记录的 fact_id 为 P006-F120，自 2025-02-01 起生效。</a:t>
            </a:r>
          </a:p>
          <a:p>
            <a:r>
              <a:rPr sz="1200"/>
              <a:t>多智能体安全 面向 Agent 沙箱、执行隔离与工具安全 的高隔离要求，其 核心协议 被定为 子代理委派、消息签名 ；叠加 支持 子代理委派、支持 消息签名 之后，可支撑 40000 events/s 的吞吐基线，覆盖 cn 区域。</a:t>
            </a:r>
          </a:p>
          <a:p>
            <a:r>
              <a:rPr sz="1200"/>
              <a:t>从运维视角看，多智能体安全 在 v1.4-cn 上的 事件摄取吞吐 表现稳定为 40000 events/s，standard-edition、3-node；这一口径与相邻产品 P005 的 Agent 沙箱、执行隔离与工具安全 联合方案保持一致。</a:t>
            </a:r>
          </a:p>
          <a:p>
            <a:r>
              <a:rPr sz="1200"/>
              <a:t>多智能体安全 的产品资料强调 API 峰值并发；在默认配置下等于 2500 req/s，约束为 standard-edition。当工作负载包含 委派、子代理、权限边界、消息令牌、编排、身份传播、命名空间 等能力维度时，上述约束保持不变。</a:t>
            </a:r>
          </a:p>
          <a:p>
            <a:r>
              <a:rPr sz="1600"/>
              <a:t>性能与规模基线 - 3</a:t>
            </a:r>
          </a:p>
          <a:p>
            <a:r>
              <a:rPr sz="1200"/>
              <a:t>多智能体安全 面向 Agent 沙箱、执行隔离与工具安全 的高隔离要求，其 批量接口吞吐 被定为 1900 ops/s；叠加 batch=96 之后，可支撑 40000 events/s 的吞吐基线，覆盖 cn 区域。</a:t>
            </a:r>
          </a:p>
          <a:p>
            <a:r>
              <a:rPr sz="1200"/>
              <a:t>从运维视角看，多智能体安全 在 v1.4-cn 上的 当前版本线 表现稳定为 v1.4 version，GA；这一口径与相邻产品 P005 的 Agent 沙箱、执行隔离与工具安全 联合方案保持一致。</a:t>
            </a:r>
          </a:p>
          <a:p>
            <a:r>
              <a:rPr sz="1200"/>
              <a:t>多智能体安全 的产品资料强调 默认批次大小；在默认配置下等于 96 items，约束为 可配置。当工作负载包含 委派、子代理、权限边界、消息令牌、编排、身份传播、命名空间 等能力维度时，上述约束保持不变。</a:t>
            </a:r>
          </a:p>
          <a:p>
            <a:r>
              <a:rPr sz="1200"/>
              <a:t>Multi-Agent Security（MASEC）的 不支持能力 记为 不支持命名空间外委派 ，限定条件 negation；该数值服务于 Agent 沙箱、执行隔离与工具安全，由 v1.4-cn 版本正式支持。</a:t>
            </a:r>
          </a:p>
          <a:p>
            <a:r>
              <a:rPr sz="1200"/>
              <a:t>关于 多智能体安全 的 否定事实，文献给出的标准口径为 不支持跨租户子代理 ，并附加 negation、must-not-claim 说明；这是评估 Agent 沙箱、执行隔离与工具安全 能力时的重要依据（P006-F111）。</a:t>
            </a:r>
          </a:p>
          <a:p>
            <a:r>
              <a:rPr sz="1200"/>
              <a:t>多智能体安全 v1.4-cn 的 否定事实 配置为 无内置提示注入免疫 ；在 negation、must-not-claim 场景下仍能维持 18 ms 的 P95 延迟，符合 cn 区域的运营要求。</a:t>
            </a:r>
          </a:p>
          <a:p>
            <a:r>
              <a:rPr sz="1200"/>
              <a:t>多智能体安全（Multi-Agent Security，代号 MASEC）隶属于Agent 沙箱、执行隔离与工具安全场景，当前生命状态ACTIVE，当前版本线 v1.4。其 可用性目标 的取值/配置为 99.9 percent，约束条件包括standard-SLA。</a:t>
            </a:r>
          </a:p>
          <a:p>
            <a:r>
              <a:rPr sz="1200"/>
              <a:t>在企业版部署中，多智能体安全 将 合规基座 设计为 GB-35273/CAC-审查-P006 ，并受到 zh-cn 的边界约束；相关细节记录的 fact_id 为 P006-F114，自 2025-05-01 起生效。</a:t>
            </a:r>
          </a:p>
          <a:p>
            <a:r>
              <a:rPr sz="1200"/>
              <a:t>多智能体安全 面向 Agent 沙箱、执行隔离与工具安全 的高隔离要求，其 企业版起价 被定为 26220 cny/月；叠加 per-org、annual 之后，可支撑 40000 events/s 的吞吐基线，覆盖 cn 区域。</a:t>
            </a:r>
          </a:p>
          <a:p>
            <a:r>
              <a:rPr sz="1200"/>
              <a:t>从运维视角看，多智能体安全 在 v1.4-cn 上的 主邻接产品 表现稳定为 P005 product，邻接 P005；这一口径与相邻产品 P005 的 Agent 沙箱、执行隔离与工具安全 联合方案保持一致。</a:t>
            </a:r>
          </a:p>
          <a:p>
            <a:r>
              <a:rPr sz="1200"/>
              <a:t>多智能体安全 的产品资料强调 旧版事件吞吐；在默认配置下等于 24800 events/s，约束为 v1.3、legacy。当工作负载包含 委派、子代理、权限边界、消息令牌、编排、身份传播、命名空间 等能力维度时，上述约束保持不变。</a:t>
            </a:r>
          </a:p>
          <a:p>
            <a:r>
              <a:rPr sz="1200"/>
              <a:t>Multi-Agent Security（MASEC）的 旧版 P95 延迟 记为 30 ms，限定条件 v1.3、legacy；该数值服务于 Agent 沙箱、执行隔离与工具安全，由 v1.4-cn 版本正式支持。</a:t>
            </a:r>
          </a:p>
          <a:p>
            <a:r>
              <a:rPr sz="1200"/>
              <a:t>关于 多智能体安全 的 与 P005 兼容，文献给出的标准口径为 true bool，并附加 edge P006-&gt;P005 说明；这是评估 Agent 沙箱、执行隔离与工具安全 能力时的重要依据（P006-F119）。</a:t>
            </a:r>
          </a:p>
          <a:p>
            <a:r>
              <a:rPr sz="1200"/>
              <a:t>多智能体安全 v1.4-cn 的 与 P013 兼容 配置为 true bool；在 edge P006-&gt;P013 场景下仍能维持 18 ms 的 P95 延迟，符合 cn 区域的运营要求。</a:t>
            </a:r>
          </a:p>
          <a:p>
            <a:r>
              <a:rPr sz="1200"/>
              <a:t>多智能体安全（Multi-Agent Security，代号 MASEC）隶属于Agent 沙箱、执行隔离与工具安全场景，当前生命状态ACTIVE，当前版本线 v1.4。其 核心协议 的取值/配置为 子代理委派、消息签名 ，约束条件包括支持 子代理委派、支持 消息签名。</a:t>
            </a:r>
          </a:p>
          <a:p>
            <a:r>
              <a:rPr sz="1200"/>
              <a:t>在企业版部署中，多智能体安全 将 事件摄取吞吐 设计为 40000 events/s，并受到 standard-edition、3-node 的边界约束；相关细节记录的 fact_id 为 P006-F102，自 2025-06-01 起生效。</a:t>
            </a:r>
          </a:p>
          <a:p>
            <a:r>
              <a:rPr sz="1200"/>
              <a:t>多智能体安全 面向 Agent 沙箱、执行隔离与工具安全 的高隔离要求，其 API 峰值并发 被定为 2500 req/s；叠加 standard-edition 之后，可支撑 40000 events/s 的吞吐基线，覆盖 cn 区域。</a:t>
            </a:r>
          </a:p>
          <a:p>
            <a:r>
              <a:rPr sz="1200"/>
              <a:t>从运维视角看，多智能体安全 在 v1.4-cn 上的 P95 检索延迟 表现稳定为 18 ms，p95、warm；这一口径与相邻产品 P005 的 Agent 沙箱、执行隔离与工具安全 联合方案保持一致。</a:t>
            </a:r>
          </a:p>
          <a:p>
            <a:r>
              <a:rPr sz="1200"/>
              <a:t>多智能体安全 的产品资料强调 最大单文档上传；在默认配置下等于 20 MB，约束为 默认限制。当工作负载包含 委派、子代理、权限边界、消息令牌、编排、身份传播、命名空间 等能力维度时，上述约束保持不变。</a:t>
            </a:r>
          </a:p>
          <a:p>
            <a:r>
              <a:rPr sz="1200"/>
              <a:t>Multi-Agent Security（MASEC）的 日志/审计留存期 记为 180 days，限定条件 默认；该数值服务于 Agent 沙箱、执行隔离与工具安全，由 v1.4-cn 版本正式支持。</a:t>
            </a:r>
          </a:p>
          <a:p>
            <a:r>
              <a:rPr sz="1600"/>
              <a:t>否定事实与边界</a:t>
            </a:r>
          </a:p>
          <a:p>
            <a:r>
              <a:rPr sz="1200"/>
              <a:t>边界事实（must-not-claim）：不支持跨租户子代理。</a:t>
            </a:r>
          </a:p>
          <a:p>
            <a:r>
              <a:rPr sz="1200"/>
              <a:t>边界事实：多智能体安全 不支持 不支持命名空间外委派（详见 P006-F 系事实）。</a:t>
            </a:r>
          </a:p>
          <a:p>
            <a:r>
              <a:rPr sz="1200"/>
              <a:t>边界事实（must-not-claim）：无内置提示注入免疫。</a:t>
            </a:r>
          </a:p>
          <a:p>
            <a:r>
              <a:rPr sz="1200"/>
              <a:t>边界事实：多智能体安全 不支持 不支持命名空间外委派（详见 P006-F 系事实）。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