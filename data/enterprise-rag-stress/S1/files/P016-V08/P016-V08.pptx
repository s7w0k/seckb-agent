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风控反欺诈·case·v2.0-cn（说明文档）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产品定位与场景 - 1</a:t>
            </a:r>
          </a:p>
          <a:p>
            <a:r>
              <a:rPr sz="1200"/>
              <a:t>风控反欺诈（Risk &amp; Anti-Fraud，代号 RISKX）隶属于合规、风险控制和监管报送场景，当前生命状态ACTIVE，当前版本线 v2.0。其 核心协议 的取值/配置为 图形检测、贝叶斯评分 ，约束条件包括支持 图形检测、支持 贝叶斯评分。</a:t>
            </a:r>
          </a:p>
          <a:p>
            <a:r>
              <a:rPr sz="1200"/>
              <a:t>在企业版部署中，风控反欺诈 将 事件摄取吞吐 设计为 1200000 events/s，并受到 enterprise-edition、3-node 的边界约束；相关细节记录的 fact_id 为 P016-F302，自 2025-06-01 起生效。</a:t>
            </a:r>
          </a:p>
          <a:p>
            <a:r>
              <a:rPr sz="1200"/>
              <a:t>风控反欺诈 面向 合规、风险控制和监管报送 的高隔离要求，其 API 峰值并发 被定为 12000 req/s；叠加 enterprise-edition 之后，可支撑 1200000 events/s 的吞吐基线，覆盖 cn 区域。</a:t>
            </a:r>
          </a:p>
          <a:p>
            <a:r>
              <a:rPr sz="1200"/>
              <a:t>从运维视角看，风控反欺诈 在 v2.0-cn 上的 P95 检索延迟 表现稳定为 20 ms，p95、warm；这一口径与相邻产品 P015 的 合规、风险控制和监管报送 联合方案保持一致。</a:t>
            </a:r>
          </a:p>
          <a:p>
            <a:r>
              <a:rPr sz="1200"/>
              <a:t>风控反欺诈 的产品资料强调 最大单文档上传；在默认配置下等于 40 MB，约束为 默认限制。当工作负载包含 风控、欺诈、评分、特征、团伙、规则、阈值、黑名单 等能力维度时，上述约束保持不变。</a:t>
            </a:r>
          </a:p>
          <a:p>
            <a:r>
              <a:rPr sz="1200"/>
              <a:t>Risk &amp; Anti-Fraud（RISKX）的 日志/审计留存期 记为 210 days，限定条件 默认；该数值服务于 合规、风险控制和监管报送，由 v2.0-cn 版本正式支持。</a:t>
            </a:r>
          </a:p>
          <a:p>
            <a:r>
              <a:rPr sz="1200"/>
              <a:t>关于 风控反欺诈 的 批量接口吞吐，文献给出的标准口径为 15000 ops/s，并附加 batch=1024 说明；这是评估 合规、风险控制和监管报送 能力时的重要依据（P016-F307）。</a:t>
            </a:r>
          </a:p>
          <a:p>
            <a:r>
              <a:rPr sz="1200"/>
              <a:t>风控反欺诈 v2.0-cn 的 当前版本线 配置为 v2.0 version；在 GA 场景下仍能维持 20 ms 的 P95 延迟，符合 cn 区域的运营要求。</a:t>
            </a:r>
          </a:p>
          <a:p>
            <a:r>
              <a:rPr sz="1200"/>
              <a:t>风控反欺诈（Risk &amp; Anti-Fraud，代号 RISKX）隶属于合规、风险控制和监管报送场景，当前生命状态ACTIVE，当前版本线 v2.0。其 默认批次大小 的取值/配置为 1024 items，约束条件包括可配置。</a:t>
            </a:r>
          </a:p>
          <a:p>
            <a:r>
              <a:rPr sz="1200"/>
              <a:t>在企业版部署中，风控反欺诈 将 不支持能力 设计为 不支持无样本冷启动的团伙识别 ，并受到 negation 的边界约束；相关细节记录的 fact_id 为 P016-F310，自 2025-01-01 起生效。</a:t>
            </a:r>
          </a:p>
          <a:p>
            <a:r>
              <a:rPr sz="1200"/>
              <a:t>风控反欺诈 面向 合规、风险控制和监管报送 的高隔离要求，其 否定事实 被定为 实时评分特征仅企业版 ；叠加 negation、must-not-claim 之后，可支撑 1200000 events/s 的吞吐基线，覆盖 cn 区域。</a:t>
            </a:r>
          </a:p>
          <a:p>
            <a:r>
              <a:rPr sz="1200"/>
              <a:t>从运维视角看，风控反欺诈 在 v2.0-cn 上的 否定事实 表现稳定为 不支持灰色账户自动冻结 ，negation、must-not-claim；这一口径与相邻产品 P015 的 合规、风险控制和监管报送 联合方案保持一致。</a:t>
            </a:r>
          </a:p>
          <a:p>
            <a:r>
              <a:rPr sz="1200"/>
              <a:t>风控反欺诈 的产品资料强调 可用性目标；在默认配置下等于 99.9 percent，约束为 enterprise-SLA。当工作负载包含 风控、欺诈、评分、特征、团伙、规则、阈值、黑名单 等能力维度时，上述约束保持不变。</a:t>
            </a:r>
          </a:p>
          <a:p>
            <a:r>
              <a:rPr sz="1200"/>
              <a:t>Risk &amp; Anti-Fraud（RISKX）的 合规基座 记为 GB-35273/CAC-审查-P016 ，限定条件 zh-cn；该数值服务于 合规、风险控制和监管报送，由 v2.0-cn 版本正式支持。</a:t>
            </a:r>
          </a:p>
          <a:p>
            <a:r>
              <a:rPr sz="1200"/>
              <a:t>关于 风控反欺诈 的 企业版起价，文献给出的标准口径为 21920 cny/月，并附加 per-org、annual 说明；这是评估 合规、风险控制和监管报送 能力时的重要依据（P016-F315）。</a:t>
            </a:r>
          </a:p>
          <a:p>
            <a:r>
              <a:rPr sz="1200"/>
              <a:t>风控反欺诈 v2.0-cn 的 主邻接产品 配置为 P015 product；在 邻接 P015 场景下仍能维持 20 ms 的 P95 延迟，符合 cn 区域的运营要求。</a:t>
            </a:r>
          </a:p>
          <a:p>
            <a:r>
              <a:rPr sz="1200"/>
              <a:t>风控反欺诈（Risk &amp; Anti-Fraud，代号 RISKX）隶属于合规、风险控制和监管报送场景，当前生命状态ACTIVE，当前版本线 v2.0。其 旧版事件吞吐 的取值/配置为 744000 events/s，约束条件包括v1.9、legacy。</a:t>
            </a:r>
          </a:p>
          <a:p>
            <a:r>
              <a:rPr sz="1200"/>
              <a:t>在企业版部署中，风控反欺诈 将 旧版 P95 延迟 设计为 34 ms，并受到 v1.9、legacy 的边界约束；相关细节记录的 fact_id 为 P016-F318，自 2024-06-01 起生效。</a:t>
            </a:r>
          </a:p>
          <a:p>
            <a:r>
              <a:rPr sz="1200"/>
              <a:t>风控反欺诈 面向 合规、风险控制和监管报送 的高隔离要求，其 与 P015 兼容 被定为 true bool；叠加 edge P016-&gt;P015 之后，可支撑 1200000 events/s 的吞吐基线，覆盖 cn 区域。</a:t>
            </a:r>
          </a:p>
          <a:p>
            <a:r>
              <a:rPr sz="1200"/>
              <a:t>从运维视角看，风控反欺诈 在 v2.0-cn 上的 与 P009 兼容 表现稳定为 true bool，edge P016-&gt;P009；这一口径与相邻产品 P015 的 合规、风险控制和监管报送 联合方案保持一致。</a:t>
            </a:r>
          </a:p>
          <a:p>
            <a:r>
              <a:rPr sz="1600"/>
              <a:t>能力概述与关键事实 - 2</a:t>
            </a:r>
          </a:p>
          <a:p>
            <a:r>
              <a:rPr sz="1200"/>
              <a:t>在企业版部署中，风控反欺诈 将 P95 检索延迟 设计为 20 ms，并受到 p95、warm 的边界约束；相关细节记录的 fact_id 为 P016-F304，自 2026-01-01 起生效。</a:t>
            </a:r>
          </a:p>
          <a:p>
            <a:r>
              <a:rPr sz="1200"/>
              <a:t>风控反欺诈 面向 合规、风险控制和监管报送 的高隔离要求，其 最大单文档上传 被定为 40 MB；叠加 默认限制 之后，可支撑 1200000 events/s 的吞吐基线，覆盖 cn 区域。</a:t>
            </a:r>
          </a:p>
          <a:p>
            <a:r>
              <a:rPr sz="1200"/>
              <a:t>从运维视角看，风控反欺诈 在 v2.0-cn 上的 日志/审计留存期 表现稳定为 210 days，默认；这一口径与相邻产品 P015 的 合规、风险控制和监管报送 联合方案保持一致。</a:t>
            </a:r>
          </a:p>
          <a:p>
            <a:r>
              <a:rPr sz="1200"/>
              <a:t>风控反欺诈 的产品资料强调 批量接口吞吐；在默认配置下等于 15000 ops/s，约束为 batch=1024。当工作负载包含 风控、欺诈、评分、特征、团伙、规则、阈值、黑名单 等能力维度时，上述约束保持不变。</a:t>
            </a:r>
          </a:p>
          <a:p>
            <a:r>
              <a:rPr sz="1200"/>
              <a:t>Risk &amp; Anti-Fraud（RISKX）的 当前版本线 记为 v2.0 version，限定条件 GA；该数值服务于 合规、风险控制和监管报送，由 v2.0-cn 版本正式支持。</a:t>
            </a:r>
          </a:p>
          <a:p>
            <a:r>
              <a:rPr sz="1200"/>
              <a:t>关于 风控反欺诈 的 默认批次大小，文献给出的标准口径为 1024 items，并附加 可配置 说明；这是评估 合规、风险控制和监管报送 能力时的重要依据（P016-F309）。</a:t>
            </a:r>
          </a:p>
          <a:p>
            <a:r>
              <a:rPr sz="1200"/>
              <a:t>风控反欺诈 v2.0-cn 的 不支持能力 配置为 不支持无样本冷启动的团伙识别 ；在 negation 场景下仍能维持 20 ms 的 P95 延迟，符合 cn 区域的运营要求。</a:t>
            </a:r>
          </a:p>
          <a:p>
            <a:r>
              <a:rPr sz="1200"/>
              <a:t>风控反欺诈（Risk &amp; Anti-Fraud，代号 RISKX）隶属于合规、风险控制和监管报送场景，当前生命状态ACTIVE，当前版本线 v2.0。其 否定事实 的取值/配置为 实时评分特征仅企业版 ，约束条件包括negation、must-not-claim。</a:t>
            </a:r>
          </a:p>
          <a:p>
            <a:r>
              <a:rPr sz="1200"/>
              <a:t>在企业版部署中，风控反欺诈 将 否定事实 设计为 不支持灰色账户自动冻结 ，并受到 negation、must-not-claim 的边界约束；相关细节记录的 fact_id 为 P016-F312，自 2025-01-01 起生效。</a:t>
            </a:r>
          </a:p>
          <a:p>
            <a:r>
              <a:rPr sz="1200"/>
              <a:t>风控反欺诈 面向 合规、风险控制和监管报送 的高隔离要求，其 可用性目标 被定为 99.9 percent；叠加 enterprise-SLA 之后，可支撑 1200000 events/s 的吞吐基线，覆盖 cn 区域。</a:t>
            </a:r>
          </a:p>
          <a:p>
            <a:r>
              <a:rPr sz="1200"/>
              <a:t>从运维视角看，风控反欺诈 在 v2.0-cn 上的 合规基座 表现稳定为 GB-35273/CAC-审查-P016 ，zh-cn；这一口径与相邻产品 P015 的 合规、风险控制和监管报送 联合方案保持一致。</a:t>
            </a:r>
          </a:p>
          <a:p>
            <a:r>
              <a:rPr sz="1200"/>
              <a:t>风控反欺诈 的产品资料强调 企业版起价；在默认配置下等于 21920 cny/月，约束为 per-org、annual。当工作负载包含 风控、欺诈、评分、特征、团伙、规则、阈值、黑名单 等能力维度时，上述约束保持不变。</a:t>
            </a:r>
          </a:p>
          <a:p>
            <a:r>
              <a:rPr sz="1200"/>
              <a:t>Risk &amp; Anti-Fraud（RISKX）的 主邻接产品 记为 P015 product，限定条件 邻接 P015；该数值服务于 合规、风险控制和监管报送，由 v2.0-cn 版本正式支持。</a:t>
            </a:r>
          </a:p>
          <a:p>
            <a:r>
              <a:rPr sz="1200"/>
              <a:t>关于 风控反欺诈 的 旧版事件吞吐，文献给出的标准口径为 744000 events/s，并附加 v1.9、legacy 说明；这是评估 合规、风险控制和监管报送 能力时的重要依据（P016-F317）。</a:t>
            </a:r>
          </a:p>
          <a:p>
            <a:r>
              <a:rPr sz="1200"/>
              <a:t>风控反欺诈 v2.0-cn 的 旧版 P95 延迟 配置为 34 ms；在 v1.9、legacy 场景下仍能维持 20 ms 的 P95 延迟，符合 cn 区域的运营要求。</a:t>
            </a:r>
          </a:p>
          <a:p>
            <a:r>
              <a:rPr sz="1200"/>
              <a:t>风控反欺诈（Risk &amp; Anti-Fraud，代号 RISKX）隶属于合规、风险控制和监管报送场景，当前生命状态ACTIVE，当前版本线 v2.0。其 与 P015 兼容 的取值/配置为 true bool，约束条件包括edge P016-&gt;P015。</a:t>
            </a:r>
          </a:p>
          <a:p>
            <a:r>
              <a:rPr sz="1200"/>
              <a:t>在企业版部署中，风控反欺诈 将 与 P009 兼容 设计为 true bool，并受到 edge P016-&gt;P009 的边界约束；相关细节记录的 fact_id 为 P016-F320，自 2025-02-01 起生效。</a:t>
            </a:r>
          </a:p>
          <a:p>
            <a:r>
              <a:rPr sz="1200"/>
              <a:t>风控反欺诈 面向 合规、风险控制和监管报送 的高隔离要求，其 核心协议 被定为 图形检测、贝叶斯评分 ；叠加 支持 图形检测、支持 贝叶斯评分 之后，可支撑 1200000 events/s 的吞吐基线，覆盖 cn 区域。</a:t>
            </a:r>
          </a:p>
          <a:p>
            <a:r>
              <a:rPr sz="1200"/>
              <a:t>从运维视角看，风控反欺诈 在 v2.0-cn 上的 事件摄取吞吐 表现稳定为 1200000 events/s，enterprise-edition、3-node；这一口径与相邻产品 P015 的 合规、风险控制和监管报送 联合方案保持一致。</a:t>
            </a:r>
          </a:p>
          <a:p>
            <a:r>
              <a:rPr sz="1200"/>
              <a:t>风控反欺诈 的产品资料强调 API 峰值并发；在默认配置下等于 12000 req/s，约束为 enterprise-edition。当工作负载包含 风控、欺诈、评分、特征、团伙、规则、阈值、黑名单 等能力维度时，上述约束保持不变。</a:t>
            </a:r>
          </a:p>
          <a:p>
            <a:r>
              <a:rPr sz="1600"/>
              <a:t>性能与规模基线 - 3</a:t>
            </a:r>
          </a:p>
          <a:p>
            <a:r>
              <a:rPr sz="1200"/>
              <a:t>风控反欺诈 面向 合规、风险控制和监管报送 的高隔离要求，其 批量接口吞吐 被定为 15000 ops/s；叠加 batch=1024 之后，可支撑 1200000 events/s 的吞吐基线，覆盖 cn 区域。</a:t>
            </a:r>
          </a:p>
          <a:p>
            <a:r>
              <a:rPr sz="1200"/>
              <a:t>从运维视角看，风控反欺诈 在 v2.0-cn 上的 当前版本线 表现稳定为 v2.0 version，GA；这一口径与相邻产品 P015 的 合规、风险控制和监管报送 联合方案保持一致。</a:t>
            </a:r>
          </a:p>
          <a:p>
            <a:r>
              <a:rPr sz="1200"/>
              <a:t>风控反欺诈 的产品资料强调 默认批次大小；在默认配置下等于 1024 items，约束为 可配置。当工作负载包含 风控、欺诈、评分、特征、团伙、规则、阈值、黑名单 等能力维度时，上述约束保持不变。</a:t>
            </a:r>
          </a:p>
          <a:p>
            <a:r>
              <a:rPr sz="1200"/>
              <a:t>Risk &amp; Anti-Fraud（RISKX）的 不支持能力 记为 不支持无样本冷启动的团伙识别 ，限定条件 negation；该数值服务于 合规、风险控制和监管报送，由 v2.0-cn 版本正式支持。</a:t>
            </a:r>
          </a:p>
          <a:p>
            <a:r>
              <a:rPr sz="1200"/>
              <a:t>关于 风控反欺诈 的 否定事实，文献给出的标准口径为 实时评分特征仅企业版 ，并附加 negation、must-not-claim 说明；这是评估 合规、风险控制和监管报送 能力时的重要依据（P016-F311）。</a:t>
            </a:r>
          </a:p>
          <a:p>
            <a:r>
              <a:rPr sz="1200"/>
              <a:t>风控反欺诈 v2.0-cn 的 否定事实 配置为 不支持灰色账户自动冻结 ；在 negation、must-not-claim 场景下仍能维持 20 ms 的 P95 延迟，符合 cn 区域的运营要求。</a:t>
            </a:r>
          </a:p>
          <a:p>
            <a:r>
              <a:rPr sz="1200"/>
              <a:t>风控反欺诈（Risk &amp; Anti-Fraud，代号 RISKX）隶属于合规、风险控制和监管报送场景，当前生命状态ACTIVE，当前版本线 v2.0。其 可用性目标 的取值/配置为 99.9 percent，约束条件包括enterprise-SLA。</a:t>
            </a:r>
          </a:p>
          <a:p>
            <a:r>
              <a:rPr sz="1200"/>
              <a:t>在企业版部署中，风控反欺诈 将 合规基座 设计为 GB-35273/CAC-审查-P016 ，并受到 zh-cn 的边界约束；相关细节记录的 fact_id 为 P016-F314，自 2025-05-01 起生效。</a:t>
            </a:r>
          </a:p>
          <a:p>
            <a:r>
              <a:rPr sz="1200"/>
              <a:t>风控反欺诈 面向 合规、风险控制和监管报送 的高隔离要求，其 企业版起价 被定为 21920 cny/月；叠加 per-org、annual 之后，可支撑 1200000 events/s 的吞吐基线，覆盖 cn 区域。</a:t>
            </a:r>
          </a:p>
          <a:p>
            <a:r>
              <a:rPr sz="1200"/>
              <a:t>从运维视角看，风控反欺诈 在 v2.0-cn 上的 主邻接产品 表现稳定为 P015 product，邻接 P015；这一口径与相邻产品 P015 的 合规、风险控制和监管报送 联合方案保持一致。</a:t>
            </a:r>
          </a:p>
          <a:p>
            <a:r>
              <a:rPr sz="1200"/>
              <a:t>风控反欺诈 的产品资料强调 旧版事件吞吐；在默认配置下等于 744000 events/s，约束为 v1.9、legacy。当工作负载包含 风控、欺诈、评分、特征、团伙、规则、阈值、黑名单 等能力维度时，上述约束保持不变。</a:t>
            </a:r>
          </a:p>
          <a:p>
            <a:r>
              <a:rPr sz="1200"/>
              <a:t>Risk &amp; Anti-Fraud（RISKX）的 旧版 P95 延迟 记为 34 ms，限定条件 v1.9、legacy；该数值服务于 合规、风险控制和监管报送，由 v2.0-cn 版本正式支持。</a:t>
            </a:r>
          </a:p>
          <a:p>
            <a:r>
              <a:rPr sz="1200"/>
              <a:t>关于 风控反欺诈 的 与 P015 兼容，文献给出的标准口径为 true bool，并附加 edge P016-&gt;P015 说明；这是评估 合规、风险控制和监管报送 能力时的重要依据（P016-F319）。</a:t>
            </a:r>
          </a:p>
          <a:p>
            <a:r>
              <a:rPr sz="1200"/>
              <a:t>风控反欺诈 v2.0-cn 的 与 P009 兼容 配置为 true bool；在 edge P016-&gt;P009 场景下仍能维持 20 ms 的 P95 延迟，符合 cn 区域的运营要求。</a:t>
            </a:r>
          </a:p>
          <a:p>
            <a:r>
              <a:rPr sz="1200"/>
              <a:t>风控反欺诈（Risk &amp; Anti-Fraud，代号 RISKX）隶属于合规、风险控制和监管报送场景，当前生命状态ACTIVE，当前版本线 v2.0。其 核心协议 的取值/配置为 图形检测、贝叶斯评分 ，约束条件包括支持 图形检测、支持 贝叶斯评分。</a:t>
            </a:r>
          </a:p>
          <a:p>
            <a:r>
              <a:rPr sz="1200"/>
              <a:t>在企业版部署中，风控反欺诈 将 事件摄取吞吐 设计为 1200000 events/s，并受到 enterprise-edition、3-node 的边界约束；相关细节记录的 fact_id 为 P016-F302，自 2025-06-01 起生效。</a:t>
            </a:r>
          </a:p>
          <a:p>
            <a:r>
              <a:rPr sz="1200"/>
              <a:t>风控反欺诈 面向 合规、风险控制和监管报送 的高隔离要求，其 API 峰值并发 被定为 12000 req/s；叠加 enterprise-edition 之后，可支撑 1200000 events/s 的吞吐基线，覆盖 cn 区域。</a:t>
            </a:r>
          </a:p>
          <a:p>
            <a:r>
              <a:rPr sz="1200"/>
              <a:t>从运维视角看，风控反欺诈 在 v2.0-cn 上的 P95 检索延迟 表现稳定为 20 ms，p95、warm；这一口径与相邻产品 P015 的 合规、风险控制和监管报送 联合方案保持一致。</a:t>
            </a:r>
          </a:p>
          <a:p>
            <a:r>
              <a:rPr sz="1200"/>
              <a:t>风控反欺诈 的产品资料强调 最大单文档上传；在默认配置下等于 40 MB，约束为 默认限制。当工作负载包含 风控、欺诈、评分、特征、团伙、规则、阈值、黑名单 等能力维度时，上述约束保持不变。</a:t>
            </a:r>
          </a:p>
          <a:p>
            <a:r>
              <a:rPr sz="1200"/>
              <a:t>Risk &amp; Anti-Fraud（RISKX）的 日志/审计留存期 记为 210 days，限定条件 默认；该数值服务于 合规、风险控制和监管报送，由 v2.0-cn 版本正式支持。</a:t>
            </a:r>
          </a:p>
          <a:p>
            <a:r>
              <a:rPr sz="1600"/>
              <a:t>否定事实与边界</a:t>
            </a:r>
          </a:p>
          <a:p>
            <a:r>
              <a:rPr sz="1200"/>
              <a:t>边界事实（must-not-claim）：实时评分特征仅企业版。</a:t>
            </a:r>
          </a:p>
          <a:p>
            <a:r>
              <a:rPr sz="1200"/>
              <a:t>边界事实：风控反欺诈 不支持 不支持无样本冷启动的团伙识别（详见 P016-F 系事实）。</a:t>
            </a:r>
          </a:p>
          <a:p>
            <a:r>
              <a:rPr sz="1200"/>
              <a:t>边界事实（must-not-claim）：不支持灰色账户自动冻结。</a:t>
            </a:r>
          </a:p>
          <a:p>
            <a:r>
              <a:rPr sz="1200"/>
              <a:t>边界事实：风控反欺诈 不支持 不支持无样本冷启动的团伙识别（详见 P016-F 系事实）。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