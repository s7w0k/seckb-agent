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审计与可观测·case·v2.3-cn-intl（说明文档）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审计与可观测（Audit &amp; Observability，代号 AUOB）隶属于审计、可观测性和安全运营场景，当前生命状态ACTIVE，当前版本线 v2.3。其 核心协议 的取值/配置为 OpenTelemetry、审计日志导出 ，约束条件包括支持 OpenTelemetry、支持 审计日志导出。</a:t>
            </a:r>
          </a:p>
          <a:p>
            <a:r>
              <a:rPr sz="1200"/>
              <a:t>在企业版部署中，审计与可观测 将 事件摄取吞吐 设计为 1500000 events/s，并受到 enterprise-edition、3-node 的边界约束；相关细节记录的 fact_id 为 P013-F242，自 2025-06-01 起生效。</a:t>
            </a:r>
          </a:p>
          <a:p>
            <a:r>
              <a:rPr sz="1200"/>
              <a:t>审计与可观测 面向 审计、可观测性和安全运营 的高隔离要求，其 API 峰值并发 被定为 20000 req/s；叠加 enterprise-edition 之后，可支撑 1500000 events/s 的吞吐基线，覆盖 cn 区域。</a:t>
            </a:r>
          </a:p>
          <a:p>
            <a:r>
              <a:rPr sz="1200"/>
              <a:t>从运维视角看，审计与可观测 在 v2.3-cn-intl 上的 P95 检索延迟 表现稳定为 8 ms，p95、warm；这一口径与相邻产品 P006 的 审计、可观测性和安全运营 联合方案保持一致。</a:t>
            </a:r>
          </a:p>
          <a:p>
            <a:r>
              <a:rPr sz="1200"/>
              <a:t>审计与可观测 的产品资料强调 最大单文档上传；在默认配置下等于 48 MB，约束为 默认限制。当工作负载包含 审计、日志、指标、trace、导出、告警、可观测、留存 等能力维度时，上述约束保持不变。</a:t>
            </a:r>
          </a:p>
          <a:p>
            <a:r>
              <a:rPr sz="1200"/>
              <a:t>Audit &amp; Observability（AUOB）的 日志/审计留存期 记为 400 days，限定条件 默认；该数值服务于 审计、可观测性和安全运营，由 v2.3-cn-intl 版本正式支持。</a:t>
            </a:r>
          </a:p>
          <a:p>
            <a:r>
              <a:rPr sz="1200"/>
              <a:t>关于 审计与可观测 的 批量接口吞吐，文献给出的标准口径为 18000 ops/s，并附加 batch=2048 说明；这是评估 审计、可观测性和安全运营 能力时的重要依据（P013-F247）。</a:t>
            </a:r>
          </a:p>
          <a:p>
            <a:r>
              <a:rPr sz="1200"/>
              <a:t>审计与可观测 v2.3-cn-intl 的 当前版本线 配置为 v2.3 version；在 GA 场景下仍能维持 8 ms 的 P95 延迟，符合 cn 区域的运营要求。</a:t>
            </a:r>
          </a:p>
          <a:p>
            <a:r>
              <a:rPr sz="1200"/>
              <a:t>审计与可观测（Audit &amp; Observability，代号 AUOB）隶属于审计、可观测性和安全运营场景，当前生命状态ACTIVE，当前版本线 v2.3。其 默认批次大小 的取值/配置为 2048 items，约束条件包括可配置。</a:t>
            </a:r>
          </a:p>
          <a:p>
            <a:r>
              <a:rPr sz="1200"/>
              <a:t>在企业版部署中，审计与可观测 将 不支持能力 设计为 不支持旁路抓包式取证 ，并受到 negation 的边界约束；相关细节记录的 fact_id 为 P013-F250，自 2025-01-01 起生效。</a:t>
            </a:r>
          </a:p>
          <a:p>
            <a:r>
              <a:rPr sz="1200"/>
              <a:t>审计与可观测 面向 审计、可观测性和安全运营 的高隔离要求，其 否定事实 被定为 endpoint 级指标仅企业版 ；叠加 negation、must-not-claim 之后，可支撑 1500000 events/s 的吞吐基线，覆盖 cn 区域。</a:t>
            </a:r>
          </a:p>
          <a:p>
            <a:r>
              <a:rPr sz="1200"/>
              <a:t>从运维视角看，审计与可观测 在 v2.3-cn-intl 上的 否定事实 表现稳定为 不支持 pbft 共识审计 ，negation、must-not-claim；这一口径与相邻产品 P006 的 审计、可观测性和安全运营 联合方案保持一致。</a:t>
            </a:r>
          </a:p>
          <a:p>
            <a:r>
              <a:rPr sz="1200"/>
              <a:t>审计与可观测 的产品资料强调 可用性目标；在默认配置下等于 99.9 percent，约束为 enterprise-SLA。当工作负载包含 审计、日志、指标、trace、导出、告警、可观测、留存 等能力维度时，上述约束保持不变。</a:t>
            </a:r>
          </a:p>
          <a:p>
            <a:r>
              <a:rPr sz="1200"/>
              <a:t>Audit &amp; Observability（AUOB）的 合规基座 记为 GB-35273/CAC-审查-P013 ，限定条件 zh-cn；该数值服务于 审计、可观测性和安全运营，由 v2.3-cn-intl 版本正式支持。</a:t>
            </a:r>
          </a:p>
          <a:p>
            <a:r>
              <a:rPr sz="1200"/>
              <a:t>关于 审计与可观测 的 企业版起价，文献给出的标准口径为 26810 cny/月，并附加 per-org、annual 说明；这是评估 审计、可观测性和安全运营 能力时的重要依据（P013-F255）。</a:t>
            </a:r>
          </a:p>
          <a:p>
            <a:r>
              <a:rPr sz="1200"/>
              <a:t>审计与可观测 v2.3-cn-intl 的 主邻接产品 配置为 P006 product；在 邻接 P006 场景下仍能维持 8 ms 的 P95 延迟，符合 cn 区域的运营要求。</a:t>
            </a:r>
          </a:p>
          <a:p>
            <a:r>
              <a:rPr sz="1200"/>
              <a:t>审计与可观测（Audit &amp; Observability，代号 AUOB）隶属于审计、可观测性和安全运营场景，当前生命状态ACTIVE，当前版本线 v2.3。其 旧版事件吞吐 的取值/配置为 930000 events/s，约束条件包括v2.2、legacy。</a:t>
            </a:r>
          </a:p>
          <a:p>
            <a:r>
              <a:rPr sz="1200"/>
              <a:t>在企业版部署中，审计与可观测 将 旧版 P95 延迟 设计为 13 ms，并受到 v2.2、legacy 的边界约束；相关细节记录的 fact_id 为 P013-F258，自 2024-06-01 起生效。</a:t>
            </a:r>
          </a:p>
          <a:p>
            <a:r>
              <a:rPr sz="1200"/>
              <a:t>审计与可观测 面向 审计、可观测性和安全运营 的高隔离要求，其 与 P006 兼容 被定为 true bool；叠加 edge P013-&gt;P006 之后，可支撑 1500000 events/s 的吞吐基线，覆盖 cn 区域。</a:t>
            </a:r>
          </a:p>
          <a:p>
            <a:r>
              <a:rPr sz="1200"/>
              <a:t>从运维视角看，审计与可观测 在 v2.3-cn-intl 上的 与 P020 兼容 表现稳定为 true bool，edge P013-&gt;P020；这一口径与相邻产品 P006 的 审计、可观测性和安全运营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在企业版部署中，审计与可观测 将 P95 检索延迟 设计为 8 ms，并受到 p95、warm 的边界约束；相关细节记录的 fact_id 为 P013-F244，自 2026-01-01 起生效。</a:t>
            </a:r>
          </a:p>
          <a:p>
            <a:r>
              <a:rPr sz="1200"/>
              <a:t>审计与可观测 面向 审计、可观测性和安全运营 的高隔离要求，其 最大单文档上传 被定为 48 MB；叠加 默认限制 之后，可支撑 1500000 events/s 的吞吐基线，覆盖 cn 区域。</a:t>
            </a:r>
          </a:p>
          <a:p>
            <a:r>
              <a:rPr sz="1200"/>
              <a:t>从运维视角看，审计与可观测 在 v2.3-cn-intl 上的 日志/审计留存期 表现稳定为 400 days，默认；这一口径与相邻产品 P006 的 审计、可观测性和安全运营 联合方案保持一致。</a:t>
            </a:r>
          </a:p>
          <a:p>
            <a:r>
              <a:rPr sz="1200"/>
              <a:t>审计与可观测 的产品资料强调 批量接口吞吐；在默认配置下等于 18000 ops/s，约束为 batch=2048。当工作负载包含 审计、日志、指标、trace、导出、告警、可观测、留存 等能力维度时，上述约束保持不变。</a:t>
            </a:r>
          </a:p>
          <a:p>
            <a:r>
              <a:rPr sz="1200"/>
              <a:t>Audit &amp; Observability（AUOB）的 当前版本线 记为 v2.3 version，限定条件 GA；该数值服务于 审计、可观测性和安全运营，由 v2.3-cn-intl 版本正式支持。</a:t>
            </a:r>
          </a:p>
          <a:p>
            <a:r>
              <a:rPr sz="1200"/>
              <a:t>关于 审计与可观测 的 默认批次大小，文献给出的标准口径为 2048 items，并附加 可配置 说明；这是评估 审计、可观测性和安全运营 能力时的重要依据（P013-F249）。</a:t>
            </a:r>
          </a:p>
          <a:p>
            <a:r>
              <a:rPr sz="1200"/>
              <a:t>审计与可观测 v2.3-cn-intl 的 不支持能力 配置为 不支持旁路抓包式取证 ；在 negation 场景下仍能维持 8 ms 的 P95 延迟，符合 cn 区域的运营要求。</a:t>
            </a:r>
          </a:p>
          <a:p>
            <a:r>
              <a:rPr sz="1200"/>
              <a:t>审计与可观测（Audit &amp; Observability，代号 AUOB）隶属于审计、可观测性和安全运营场景，当前生命状态ACTIVE，当前版本线 v2.3。其 否定事实 的取值/配置为 endpoint 级指标仅企业版 ，约束条件包括negation、must-not-claim。</a:t>
            </a:r>
          </a:p>
          <a:p>
            <a:r>
              <a:rPr sz="1200"/>
              <a:t>在企业版部署中，审计与可观测 将 否定事实 设计为 不支持 pbft 共识审计 ，并受到 negation、must-not-claim 的边界约束；相关细节记录的 fact_id 为 P013-F252，自 2025-01-01 起生效。</a:t>
            </a:r>
          </a:p>
          <a:p>
            <a:r>
              <a:rPr sz="1200"/>
              <a:t>审计与可观测 面向 审计、可观测性和安全运营 的高隔离要求，其 可用性目标 被定为 99.9 percent；叠加 enterprise-SLA 之后，可支撑 1500000 events/s 的吞吐基线，覆盖 cn 区域。</a:t>
            </a:r>
          </a:p>
          <a:p>
            <a:r>
              <a:rPr sz="1200"/>
              <a:t>从运维视角看，审计与可观测 在 v2.3-cn-intl 上的 合规基座 表现稳定为 GB-35273/CAC-审查-P013 ，zh-cn；这一口径与相邻产品 P006 的 审计、可观测性和安全运营 联合方案保持一致。</a:t>
            </a:r>
          </a:p>
          <a:p>
            <a:r>
              <a:rPr sz="1200"/>
              <a:t>审计与可观测 的产品资料强调 企业版起价；在默认配置下等于 26810 cny/月，约束为 per-org、annual。当工作负载包含 审计、日志、指标、trace、导出、告警、可观测、留存 等能力维度时，上述约束保持不变。</a:t>
            </a:r>
          </a:p>
          <a:p>
            <a:r>
              <a:rPr sz="1200"/>
              <a:t>Audit &amp; Observability（AUOB）的 主邻接产品 记为 P006 product，限定条件 邻接 P006；该数值服务于 审计、可观测性和安全运营，由 v2.3-cn-intl 版本正式支持。</a:t>
            </a:r>
          </a:p>
          <a:p>
            <a:r>
              <a:rPr sz="1200"/>
              <a:t>关于 审计与可观测 的 旧版事件吞吐，文献给出的标准口径为 930000 events/s，并附加 v2.2、legacy 说明；这是评估 审计、可观测性和安全运营 能力时的重要依据（P013-F257）。</a:t>
            </a:r>
          </a:p>
          <a:p>
            <a:r>
              <a:rPr sz="1200"/>
              <a:t>审计与可观测 v2.3-cn-intl 的 旧版 P95 延迟 配置为 13 ms；在 v2.2、legacy 场景下仍能维持 8 ms 的 P95 延迟，符合 cn 区域的运营要求。</a:t>
            </a:r>
          </a:p>
          <a:p>
            <a:r>
              <a:rPr sz="1200"/>
              <a:t>审计与可观测（Audit &amp; Observability，代号 AUOB）隶属于审计、可观测性和安全运营场景，当前生命状态ACTIVE，当前版本线 v2.3。其 与 P006 兼容 的取值/配置为 true bool，约束条件包括edge P013-&gt;P006。</a:t>
            </a:r>
          </a:p>
          <a:p>
            <a:r>
              <a:rPr sz="1200"/>
              <a:t>在企业版部署中，审计与可观测 将 与 P020 兼容 设计为 true bool，并受到 edge P013-&gt;P020 的边界约束；相关细节记录的 fact_id 为 P013-F260，自 2025-02-01 起生效。</a:t>
            </a:r>
          </a:p>
          <a:p>
            <a:r>
              <a:rPr sz="1200"/>
              <a:t>审计与可观测 面向 审计、可观测性和安全运营 的高隔离要求，其 核心协议 被定为 OpenTelemetry、审计日志导出 ；叠加 支持 OpenTelemetry、支持 审计日志导出 之后，可支撑 1500000 events/s 的吞吐基线，覆盖 cn 区域。</a:t>
            </a:r>
          </a:p>
          <a:p>
            <a:r>
              <a:rPr sz="1200"/>
              <a:t>从运维视角看，审计与可观测 在 v2.3-cn-intl 上的 事件摄取吞吐 表现稳定为 1500000 events/s，enterprise-edition、3-node；这一口径与相邻产品 P006 的 审计、可观测性和安全运营 联合方案保持一致。</a:t>
            </a:r>
          </a:p>
          <a:p>
            <a:r>
              <a:rPr sz="1200"/>
              <a:t>审计与可观测 的产品资料强调 API 峰值并发；在默认配置下等于 20000 req/s，约束为 enterprise-edition。当工作负载包含 审计、日志、指标、trace、导出、告警、可观测、留存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审计与可观测 面向 审计、可观测性和安全运营 的高隔离要求，其 批量接口吞吐 被定为 18000 ops/s；叠加 batch=2048 之后，可支撑 1500000 events/s 的吞吐基线，覆盖 cn 区域。</a:t>
            </a:r>
          </a:p>
          <a:p>
            <a:r>
              <a:rPr sz="1200"/>
              <a:t>从运维视角看，审计与可观测 在 v2.3-cn-intl 上的 当前版本线 表现稳定为 v2.3 version，GA；这一口径与相邻产品 P006 的 审计、可观测性和安全运营 联合方案保持一致。</a:t>
            </a:r>
          </a:p>
          <a:p>
            <a:r>
              <a:rPr sz="1200"/>
              <a:t>审计与可观测 的产品资料强调 默认批次大小；在默认配置下等于 2048 items，约束为 可配置。当工作负载包含 审计、日志、指标、trace、导出、告警、可观测、留存 等能力维度时，上述约束保持不变。</a:t>
            </a:r>
          </a:p>
          <a:p>
            <a:r>
              <a:rPr sz="1200"/>
              <a:t>Audit &amp; Observability（AUOB）的 不支持能力 记为 不支持旁路抓包式取证 ，限定条件 negation；该数值服务于 审计、可观测性和安全运营，由 v2.3-cn-intl 版本正式支持。</a:t>
            </a:r>
          </a:p>
          <a:p>
            <a:r>
              <a:rPr sz="1200"/>
              <a:t>关于 审计与可观测 的 否定事实，文献给出的标准口径为 endpoint 级指标仅企业版 ，并附加 negation、must-not-claim 说明；这是评估 审计、可观测性和安全运营 能力时的重要依据（P013-F251）。</a:t>
            </a:r>
          </a:p>
          <a:p>
            <a:r>
              <a:rPr sz="1200"/>
              <a:t>审计与可观测 v2.3-cn-intl 的 否定事实 配置为 不支持 pbft 共识审计 ；在 negation、must-not-claim 场景下仍能维持 8 ms 的 P95 延迟，符合 cn 区域的运营要求。</a:t>
            </a:r>
          </a:p>
          <a:p>
            <a:r>
              <a:rPr sz="1200"/>
              <a:t>审计与可观测（Audit &amp; Observability，代号 AUOB）隶属于审计、可观测性和安全运营场景，当前生命状态ACTIVE，当前版本线 v2.3。其 可用性目标 的取值/配置为 99.9 percent，约束条件包括enterprise-SLA。</a:t>
            </a:r>
          </a:p>
          <a:p>
            <a:r>
              <a:rPr sz="1200"/>
              <a:t>在企业版部署中，审计与可观测 将 合规基座 设计为 GB-35273/CAC-审查-P013 ，并受到 zh-cn 的边界约束；相关细节记录的 fact_id 为 P013-F254，自 2025-05-01 起生效。</a:t>
            </a:r>
          </a:p>
          <a:p>
            <a:r>
              <a:rPr sz="1200"/>
              <a:t>审计与可观测 面向 审计、可观测性和安全运营 的高隔离要求，其 企业版起价 被定为 26810 cny/月；叠加 per-org、annual 之后，可支撑 1500000 events/s 的吞吐基线，覆盖 cn 区域。</a:t>
            </a:r>
          </a:p>
          <a:p>
            <a:r>
              <a:rPr sz="1200"/>
              <a:t>从运维视角看，审计与可观测 在 v2.3-cn-intl 上的 主邻接产品 表现稳定为 P006 product，邻接 P006；这一口径与相邻产品 P006 的 审计、可观测性和安全运营 联合方案保持一致。</a:t>
            </a:r>
          </a:p>
          <a:p>
            <a:r>
              <a:rPr sz="1200"/>
              <a:t>审计与可观测 的产品资料强调 旧版事件吞吐；在默认配置下等于 930000 events/s，约束为 v2.2、legacy。当工作负载包含 审计、日志、指标、trace、导出、告警、可观测、留存 等能力维度时，上述约束保持不变。</a:t>
            </a:r>
          </a:p>
          <a:p>
            <a:r>
              <a:rPr sz="1200"/>
              <a:t>Audit &amp; Observability（AUOB）的 旧版 P95 延迟 记为 13 ms，限定条件 v2.2、legacy；该数值服务于 审计、可观测性和安全运营，由 v2.3-cn-intl 版本正式支持。</a:t>
            </a:r>
          </a:p>
          <a:p>
            <a:r>
              <a:rPr sz="1200"/>
              <a:t>关于 审计与可观测 的 与 P006 兼容，文献给出的标准口径为 true bool，并附加 edge P013-&gt;P006 说明；这是评估 审计、可观测性和安全运营 能力时的重要依据（P013-F259）。</a:t>
            </a:r>
          </a:p>
          <a:p>
            <a:r>
              <a:rPr sz="1200"/>
              <a:t>审计与可观测 v2.3-cn-intl 的 与 P020 兼容 配置为 true bool；在 edge P013-&gt;P020 场景下仍能维持 8 ms 的 P95 延迟，符合 cn 区域的运营要求。</a:t>
            </a:r>
          </a:p>
          <a:p>
            <a:r>
              <a:rPr sz="1200"/>
              <a:t>审计与可观测（Audit &amp; Observability，代号 AUOB）隶属于审计、可观测性和安全运营场景，当前生命状态ACTIVE，当前版本线 v2.3。其 核心协议 的取值/配置为 OpenTelemetry、审计日志导出 ，约束条件包括支持 OpenTelemetry、支持 审计日志导出。</a:t>
            </a:r>
          </a:p>
          <a:p>
            <a:r>
              <a:rPr sz="1200"/>
              <a:t>在企业版部署中，审计与可观测 将 事件摄取吞吐 设计为 1500000 events/s，并受到 enterprise-edition、3-node 的边界约束；相关细节记录的 fact_id 为 P013-F242，自 2025-06-01 起生效。</a:t>
            </a:r>
          </a:p>
          <a:p>
            <a:r>
              <a:rPr sz="1200"/>
              <a:t>审计与可观测 面向 审计、可观测性和安全运营 的高隔离要求，其 API 峰值并发 被定为 20000 req/s；叠加 enterprise-edition 之后，可支撑 1500000 events/s 的吞吐基线，覆盖 cn 区域。</a:t>
            </a:r>
          </a:p>
          <a:p>
            <a:r>
              <a:rPr sz="1200"/>
              <a:t>从运维视角看，审计与可观测 在 v2.3-cn-intl 上的 P95 检索延迟 表现稳定为 8 ms，p95、warm；这一口径与相邻产品 P006 的 审计、可观测性和安全运营 联合方案保持一致。</a:t>
            </a:r>
          </a:p>
          <a:p>
            <a:r>
              <a:rPr sz="1200"/>
              <a:t>审计与可观测 的产品资料强调 最大单文档上传；在默认配置下等于 48 MB，约束为 默认限制。当工作负载包含 审计、日志、指标、trace、导出、告警、可观测、留存 等能力维度时，上述约束保持不变。</a:t>
            </a:r>
          </a:p>
          <a:p>
            <a:r>
              <a:rPr sz="1200"/>
              <a:t>Audit &amp; Observability（AUOB）的 日志/审计留存期 记为 400 days，限定条件 默认；该数值服务于 审计、可观测性和安全运营，由 v2.3-cn-intl 版本正式支持。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边界事实（must-not-claim）：endpoint 级指标仅企业版。</a:t>
            </a:r>
          </a:p>
          <a:p>
            <a:r>
              <a:rPr sz="1200"/>
              <a:t>边界事实：审计与可观测 不支持 不支持旁路抓包式取证（详见 P013-F 系事实）。</a:t>
            </a:r>
          </a:p>
          <a:p>
            <a:r>
              <a:rPr sz="1200"/>
              <a:t>边界事实（must-not-claim）：不支持 pbft 共识审计。</a:t>
            </a:r>
          </a:p>
          <a:p>
            <a:r>
              <a:rPr sz="1200"/>
              <a:t>边界事实：审计与可观测 不支持 不支持旁路抓包式取证（详见 P013-F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