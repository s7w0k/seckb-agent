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数据防泄漏·case·v3.5-cn-finance（说明文档）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产品定位与场景 - 1</a:t>
            </a:r>
          </a:p>
          <a:p>
            <a:r>
              <a:rPr sz="1200"/>
              <a:t>数据防泄漏（Data Loss Prevention，代号 COVDLP）隶属于数据防泄漏、隐私计算和数据治理场景，当前生命状态ACTIVE，当前版本线 v3.5。其 核心协议 的取值/配置为 DLP 正则库、敏感数据 OCR、水印追踪 ，约束条件包括支持 DLP 正则库、支持 敏感数据 OCR、支持 水印追踪。</a:t>
            </a:r>
          </a:p>
          <a:p>
            <a:r>
              <a:rPr sz="1200"/>
              <a:t>在企业版部署中，数据防泄漏 将 事件摄取吞吐 设计为 320000 events/s，并受到 enterprise-edition、3-node 的边界约束；相关细节记录的 fact_id 为 P007-F122，自 2025-06-01 起生效。</a:t>
            </a:r>
          </a:p>
          <a:p>
            <a:r>
              <a:rPr sz="1200"/>
              <a:t>数据防泄漏 面向 数据防泄漏、隐私计算和数据治理 的高隔离要求，其 API 峰值并发 被定为 9000 req/s；叠加 enterprise-edition 之后，可支撑 320000 events/s 的吞吐基线，覆盖 cn 区域。</a:t>
            </a:r>
          </a:p>
          <a:p>
            <a:r>
              <a:rPr sz="1200"/>
              <a:t>从运维视角看，数据防泄漏 在 v3.5-cn-finance 上的 P95 检索延迟 表现稳定为 30 ms，p95、warm；这一口径与相邻产品 P008 的 数据防泄漏、隐私计算和数据治理 联合方案保持一致。</a:t>
            </a:r>
          </a:p>
          <a:p>
            <a:r>
              <a:rPr sz="1200"/>
              <a:t>数据防泄漏 的产品资料强调 最大单文档上传；在默认配置下等于 64 MB，约束为 默认限制。当工作负载包含 脱敏、防泄漏、水印、敏感识别、DLP、外发审计、数据分类、边界 等能力维度时，上述约束保持不变。</a:t>
            </a:r>
          </a:p>
          <a:p>
            <a:r>
              <a:rPr sz="1200"/>
              <a:t>Data Loss Prevention（COVDLP）的 日志/审计留存期 记为 180 days，限定条件 默认；该数值服务于 数据防泄漏、隐私计算和数据治理，由 v3.5-cn-finance 版本正式支持。</a:t>
            </a:r>
          </a:p>
          <a:p>
            <a:r>
              <a:rPr sz="1200"/>
              <a:t>关于 数据防泄漏 的 批量接口吞吐，文献给出的标准口径为 7800 ops/s，并附加 batch=512 说明；这是评估 数据防泄漏、隐私计算和数据治理 能力时的重要依据（P007-F127）。</a:t>
            </a:r>
          </a:p>
          <a:p>
            <a:r>
              <a:rPr sz="1200"/>
              <a:t>数据防泄漏 v3.5-cn-finance 的 当前版本线 配置为 v3.5 version；在 GA 场景下仍能维持 30 ms 的 P95 延迟，符合 cn 区域的运营要求。</a:t>
            </a:r>
          </a:p>
          <a:p>
            <a:r>
              <a:rPr sz="1200"/>
              <a:t>数据防泄漏（Data Loss Prevention，代号 COVDLP）隶属于数据防泄漏、隐私计算和数据治理场景，当前生命状态ACTIVE，当前版本线 v3.5。其 默认批次大小 的取值/配置为 512 items，约束条件包括可配置。</a:t>
            </a:r>
          </a:p>
          <a:p>
            <a:r>
              <a:rPr sz="1200"/>
              <a:t>在企业版部署中，数据防泄漏 将 不支持能力 设计为 不支持主库直接内联扫描 ，并受到 negation 的边界约束；相关细节记录的 fact_id 为 P007-F130，自 2025-01-01 起生效。</a:t>
            </a:r>
          </a:p>
          <a:p>
            <a:r>
              <a:rPr sz="1200"/>
              <a:t>数据防泄漏 面向 数据防泄漏、隐私计算和数据治理 的高隔离要求，其 否定事实 被定为 仅企业版支持跨边界脱敏 ；叠加 negation、must-not-claim 之后，可支撑 320000 events/s 的吞吐基线，覆盖 cn 区域。</a:t>
            </a:r>
          </a:p>
          <a:p>
            <a:r>
              <a:rPr sz="1200"/>
              <a:t>从运维视角看，数据防泄漏 在 v3.5-cn-finance 上的 否定事实 表现稳定为 不支持 S3 未挂载桶扫描 ，negation、must-not-claim；这一口径与相邻产品 P008 的 数据防泄漏、隐私计算和数据治理 联合方案保持一致。</a:t>
            </a:r>
          </a:p>
          <a:p>
            <a:r>
              <a:rPr sz="1200"/>
              <a:t>数据防泄漏 的产品资料强调 可用性目标；在默认配置下等于 99.9 percent，约束为 enterprise-SLA。当工作负载包含 脱敏、防泄漏、水印、敏感识别、DLP、外发审计、数据分类、边界 等能力维度时，上述约束保持不变。</a:t>
            </a:r>
          </a:p>
          <a:p>
            <a:r>
              <a:rPr sz="1200"/>
              <a:t>Data Loss Prevention（COVDLP）的 合规基座 记为 GB-35273/CAC-审查-P007 ，限定条件 zh-cn；该数值服务于 数据防泄漏、隐私计算和数据治理，由 v3.5-cn-finance 版本正式支持。</a:t>
            </a:r>
          </a:p>
          <a:p>
            <a:r>
              <a:rPr sz="1200"/>
              <a:t>关于 数据防泄漏 的 企业版起价，文献给出的标准口径为 18590 cny/月，并附加 per-org、annual 说明；这是评估 数据防泄漏、隐私计算和数据治理 能力时的重要依据（P007-F135）。</a:t>
            </a:r>
          </a:p>
          <a:p>
            <a:r>
              <a:rPr sz="1200"/>
              <a:t>数据防泄漏 v3.5-cn-finance 的 主邻接产品 配置为 P008 product；在 邻接 P008 场景下仍能维持 30 ms 的 P95 延迟，符合 cn 区域的运营要求。</a:t>
            </a:r>
          </a:p>
          <a:p>
            <a:r>
              <a:rPr sz="1200"/>
              <a:t>数据防泄漏（Data Loss Prevention，代号 COVDLP）隶属于数据防泄漏、隐私计算和数据治理场景，当前生命状态ACTIVE，当前版本线 v3.5。其 旧版事件吞吐 的取值/配置为 198400 events/s，约束条件包括v3.4、legacy。</a:t>
            </a:r>
          </a:p>
          <a:p>
            <a:r>
              <a:rPr sz="1200"/>
              <a:t>在企业版部署中，数据防泄漏 将 旧版 P95 延迟 设计为 51 ms，并受到 v3.4、legacy 的边界约束；相关细节记录的 fact_id 为 P007-F138，自 2024-06-01 起生效。</a:t>
            </a:r>
          </a:p>
          <a:p>
            <a:r>
              <a:rPr sz="1200"/>
              <a:t>数据防泄漏 面向 数据防泄漏、隐私计算和数据治理 的高隔离要求，其 与 P008 兼容 被定为 true bool；叠加 edge P007-&gt;P008 之后，可支撑 320000 events/s 的吞吐基线，覆盖 cn 区域。</a:t>
            </a:r>
          </a:p>
          <a:p>
            <a:r>
              <a:rPr sz="1200"/>
              <a:t>从运维视角看，数据防泄漏 在 v3.5-cn-finance 上的 与 P015 兼容 表现稳定为 true bool，edge P007-&gt;P015；这一口径与相邻产品 P008 的 数据防泄漏、隐私计算和数据治理 联合方案保持一致。</a:t>
            </a:r>
          </a:p>
          <a:p>
            <a:r>
              <a:rPr sz="1600"/>
              <a:t>能力概述与关键事实 - 2</a:t>
            </a:r>
          </a:p>
          <a:p>
            <a:r>
              <a:rPr sz="1200"/>
              <a:t>在企业版部署中，数据防泄漏 将 P95 检索延迟 设计为 30 ms，并受到 p95、warm 的边界约束；相关细节记录的 fact_id 为 P007-F124，自 2026-01-01 起生效。</a:t>
            </a:r>
          </a:p>
          <a:p>
            <a:r>
              <a:rPr sz="1200"/>
              <a:t>数据防泄漏 面向 数据防泄漏、隐私计算和数据治理 的高隔离要求，其 最大单文档上传 被定为 64 MB；叠加 默认限制 之后，可支撑 320000 events/s 的吞吐基线，覆盖 cn 区域。</a:t>
            </a:r>
          </a:p>
          <a:p>
            <a:r>
              <a:rPr sz="1200"/>
              <a:t>从运维视角看，数据防泄漏 在 v3.5-cn-finance 上的 日志/审计留存期 表现稳定为 180 days，默认；这一口径与相邻产品 P008 的 数据防泄漏、隐私计算和数据治理 联合方案保持一致。</a:t>
            </a:r>
          </a:p>
          <a:p>
            <a:r>
              <a:rPr sz="1200"/>
              <a:t>数据防泄漏 的产品资料强调 批量接口吞吐；在默认配置下等于 7800 ops/s，约束为 batch=512。当工作负载包含 脱敏、防泄漏、水印、敏感识别、DLP、外发审计、数据分类、边界 等能力维度时，上述约束保持不变。</a:t>
            </a:r>
          </a:p>
          <a:p>
            <a:r>
              <a:rPr sz="1200"/>
              <a:t>Data Loss Prevention（COVDLP）的 当前版本线 记为 v3.5 version，限定条件 GA；该数值服务于 数据防泄漏、隐私计算和数据治理，由 v3.5-cn-finance 版本正式支持。</a:t>
            </a:r>
          </a:p>
          <a:p>
            <a:r>
              <a:rPr sz="1200"/>
              <a:t>关于 数据防泄漏 的 默认批次大小，文献给出的标准口径为 512 items，并附加 可配置 说明；这是评估 数据防泄漏、隐私计算和数据治理 能力时的重要依据（P007-F129）。</a:t>
            </a:r>
          </a:p>
          <a:p>
            <a:r>
              <a:rPr sz="1200"/>
              <a:t>数据防泄漏 v3.5-cn-finance 的 不支持能力 配置为 不支持主库直接内联扫描 ；在 negation 场景下仍能维持 30 ms 的 P95 延迟，符合 cn 区域的运营要求。</a:t>
            </a:r>
          </a:p>
          <a:p>
            <a:r>
              <a:rPr sz="1200"/>
              <a:t>数据防泄漏（Data Loss Prevention，代号 COVDLP）隶属于数据防泄漏、隐私计算和数据治理场景，当前生命状态ACTIVE，当前版本线 v3.5。其 否定事实 的取值/配置为 仅企业版支持跨边界脱敏 ，约束条件包括negation、must-not-claim。</a:t>
            </a:r>
          </a:p>
          <a:p>
            <a:r>
              <a:rPr sz="1200"/>
              <a:t>在企业版部署中，数据防泄漏 将 否定事实 设计为 不支持 S3 未挂载桶扫描 ，并受到 negation、must-not-claim 的边界约束；相关细节记录的 fact_id 为 P007-F132，自 2025-01-01 起生效。</a:t>
            </a:r>
          </a:p>
          <a:p>
            <a:r>
              <a:rPr sz="1200"/>
              <a:t>数据防泄漏 面向 数据防泄漏、隐私计算和数据治理 的高隔离要求，其 可用性目标 被定为 99.9 percent；叠加 enterprise-SLA 之后，可支撑 320000 events/s 的吞吐基线，覆盖 cn 区域。</a:t>
            </a:r>
          </a:p>
          <a:p>
            <a:r>
              <a:rPr sz="1200"/>
              <a:t>从运维视角看，数据防泄漏 在 v3.5-cn-finance 上的 合规基座 表现稳定为 GB-35273/CAC-审查-P007 ，zh-cn；这一口径与相邻产品 P008 的 数据防泄漏、隐私计算和数据治理 联合方案保持一致。</a:t>
            </a:r>
          </a:p>
          <a:p>
            <a:r>
              <a:rPr sz="1200"/>
              <a:t>数据防泄漏 的产品资料强调 企业版起价；在默认配置下等于 18590 cny/月，约束为 per-org、annual。当工作负载包含 脱敏、防泄漏、水印、敏感识别、DLP、外发审计、数据分类、边界 等能力维度时，上述约束保持不变。</a:t>
            </a:r>
          </a:p>
          <a:p>
            <a:r>
              <a:rPr sz="1200"/>
              <a:t>Data Loss Prevention（COVDLP）的 主邻接产品 记为 P008 product，限定条件 邻接 P008；该数值服务于 数据防泄漏、隐私计算和数据治理，由 v3.5-cn-finance 版本正式支持。</a:t>
            </a:r>
          </a:p>
          <a:p>
            <a:r>
              <a:rPr sz="1200"/>
              <a:t>关于 数据防泄漏 的 旧版事件吞吐，文献给出的标准口径为 198400 events/s，并附加 v3.4、legacy 说明；这是评估 数据防泄漏、隐私计算和数据治理 能力时的重要依据（P007-F137）。</a:t>
            </a:r>
          </a:p>
          <a:p>
            <a:r>
              <a:rPr sz="1200"/>
              <a:t>数据防泄漏 v3.5-cn-finance 的 旧版 P95 延迟 配置为 51 ms；在 v3.4、legacy 场景下仍能维持 30 ms 的 P95 延迟，符合 cn 区域的运营要求。</a:t>
            </a:r>
          </a:p>
          <a:p>
            <a:r>
              <a:rPr sz="1200"/>
              <a:t>数据防泄漏（Data Loss Prevention，代号 COVDLP）隶属于数据防泄漏、隐私计算和数据治理场景，当前生命状态ACTIVE，当前版本线 v3.5。其 与 P008 兼容 的取值/配置为 true bool，约束条件包括edge P007-&gt;P008。</a:t>
            </a:r>
          </a:p>
          <a:p>
            <a:r>
              <a:rPr sz="1200"/>
              <a:t>在企业版部署中，数据防泄漏 将 与 P015 兼容 设计为 true bool，并受到 edge P007-&gt;P015 的边界约束；相关细节记录的 fact_id 为 P007-F140，自 2025-02-01 起生效。</a:t>
            </a:r>
          </a:p>
          <a:p>
            <a:r>
              <a:rPr sz="1200"/>
              <a:t>数据防泄漏 面向 数据防泄漏、隐私计算和数据治理 的高隔离要求，其 核心协议 被定为 DLP 正则库、敏感数据 OCR、水印追踪 ；叠加 支持 DLP 正则库、支持 敏感数据 OCR、支持 水印追踪 之后，可支撑 320000 events/s 的吞吐基线，覆盖 cn 区域。</a:t>
            </a:r>
          </a:p>
          <a:p>
            <a:r>
              <a:rPr sz="1200"/>
              <a:t>从运维视角看，数据防泄漏 在 v3.5-cn-finance 上的 事件摄取吞吐 表现稳定为 320000 events/s，enterprise-edition、3-node；这一口径与相邻产品 P008 的 数据防泄漏、隐私计算和数据治理 联合方案保持一致。</a:t>
            </a:r>
          </a:p>
          <a:p>
            <a:r>
              <a:rPr sz="1200"/>
              <a:t>数据防泄漏 的产品资料强调 API 峰值并发；在默认配置下等于 9000 req/s，约束为 enterprise-edition。当工作负载包含 脱敏、防泄漏、水印、敏感识别、DLP、外发审计、数据分类、边界 等能力维度时，上述约束保持不变。</a:t>
            </a:r>
          </a:p>
          <a:p>
            <a:r>
              <a:rPr sz="1600"/>
              <a:t>性能与规模基线 - 3</a:t>
            </a:r>
          </a:p>
          <a:p>
            <a:r>
              <a:rPr sz="1200"/>
              <a:t>数据防泄漏 面向 数据防泄漏、隐私计算和数据治理 的高隔离要求，其 批量接口吞吐 被定为 7800 ops/s；叠加 batch=512 之后，可支撑 320000 events/s 的吞吐基线，覆盖 cn 区域。</a:t>
            </a:r>
          </a:p>
          <a:p>
            <a:r>
              <a:rPr sz="1200"/>
              <a:t>从运维视角看，数据防泄漏 在 v3.5-cn-finance 上的 当前版本线 表现稳定为 v3.5 version，GA；这一口径与相邻产品 P008 的 数据防泄漏、隐私计算和数据治理 联合方案保持一致。</a:t>
            </a:r>
          </a:p>
          <a:p>
            <a:r>
              <a:rPr sz="1200"/>
              <a:t>数据防泄漏 的产品资料强调 默认批次大小；在默认配置下等于 512 items，约束为 可配置。当工作负载包含 脱敏、防泄漏、水印、敏感识别、DLP、外发审计、数据分类、边界 等能力维度时，上述约束保持不变。</a:t>
            </a:r>
          </a:p>
          <a:p>
            <a:r>
              <a:rPr sz="1200"/>
              <a:t>Data Loss Prevention（COVDLP）的 不支持能力 记为 不支持主库直接内联扫描 ，限定条件 negation；该数值服务于 数据防泄漏、隐私计算和数据治理，由 v3.5-cn-finance 版本正式支持。</a:t>
            </a:r>
          </a:p>
          <a:p>
            <a:r>
              <a:rPr sz="1200"/>
              <a:t>关于 数据防泄漏 的 否定事实，文献给出的标准口径为 仅企业版支持跨边界脱敏 ，并附加 negation、must-not-claim 说明；这是评估 数据防泄漏、隐私计算和数据治理 能力时的重要依据（P007-F131）。</a:t>
            </a:r>
          </a:p>
          <a:p>
            <a:r>
              <a:rPr sz="1200"/>
              <a:t>数据防泄漏 v3.5-cn-finance 的 否定事实 配置为 不支持 S3 未挂载桶扫描 ；在 negation、must-not-claim 场景下仍能维持 30 ms 的 P95 延迟，符合 cn 区域的运营要求。</a:t>
            </a:r>
          </a:p>
          <a:p>
            <a:r>
              <a:rPr sz="1200"/>
              <a:t>数据防泄漏（Data Loss Prevention，代号 COVDLP）隶属于数据防泄漏、隐私计算和数据治理场景，当前生命状态ACTIVE，当前版本线 v3.5。其 可用性目标 的取值/配置为 99.9 percent，约束条件包括enterprise-SLA。</a:t>
            </a:r>
          </a:p>
          <a:p>
            <a:r>
              <a:rPr sz="1200"/>
              <a:t>在企业版部署中，数据防泄漏 将 合规基座 设计为 GB-35273/CAC-审查-P007 ，并受到 zh-cn 的边界约束；相关细节记录的 fact_id 为 P007-F134，自 2025-05-01 起生效。</a:t>
            </a:r>
          </a:p>
          <a:p>
            <a:r>
              <a:rPr sz="1200"/>
              <a:t>数据防泄漏 面向 数据防泄漏、隐私计算和数据治理 的高隔离要求，其 企业版起价 被定为 18590 cny/月；叠加 per-org、annual 之后，可支撑 320000 events/s 的吞吐基线，覆盖 cn 区域。</a:t>
            </a:r>
          </a:p>
          <a:p>
            <a:r>
              <a:rPr sz="1200"/>
              <a:t>从运维视角看，数据防泄漏 在 v3.5-cn-finance 上的 主邻接产品 表现稳定为 P008 product，邻接 P008；这一口径与相邻产品 P008 的 数据防泄漏、隐私计算和数据治理 联合方案保持一致。</a:t>
            </a:r>
          </a:p>
          <a:p>
            <a:r>
              <a:rPr sz="1200"/>
              <a:t>数据防泄漏 的产品资料强调 旧版事件吞吐；在默认配置下等于 198400 events/s，约束为 v3.4、legacy。当工作负载包含 脱敏、防泄漏、水印、敏感识别、DLP、外发审计、数据分类、边界 等能力维度时，上述约束保持不变。</a:t>
            </a:r>
          </a:p>
          <a:p>
            <a:r>
              <a:rPr sz="1200"/>
              <a:t>Data Loss Prevention（COVDLP）的 旧版 P95 延迟 记为 51 ms，限定条件 v3.4、legacy；该数值服务于 数据防泄漏、隐私计算和数据治理，由 v3.5-cn-finance 版本正式支持。</a:t>
            </a:r>
          </a:p>
          <a:p>
            <a:r>
              <a:rPr sz="1200"/>
              <a:t>关于 数据防泄漏 的 与 P008 兼容，文献给出的标准口径为 true bool，并附加 edge P007-&gt;P008 说明；这是评估 数据防泄漏、隐私计算和数据治理 能力时的重要依据（P007-F139）。</a:t>
            </a:r>
          </a:p>
          <a:p>
            <a:r>
              <a:rPr sz="1200"/>
              <a:t>数据防泄漏 v3.5-cn-finance 的 与 P015 兼容 配置为 true bool；在 edge P007-&gt;P015 场景下仍能维持 30 ms 的 P95 延迟，符合 cn 区域的运营要求。</a:t>
            </a:r>
          </a:p>
          <a:p>
            <a:r>
              <a:rPr sz="1200"/>
              <a:t>数据防泄漏（Data Loss Prevention，代号 COVDLP）隶属于数据防泄漏、隐私计算和数据治理场景，当前生命状态ACTIVE，当前版本线 v3.5。其 核心协议 的取值/配置为 DLP 正则库、敏感数据 OCR、水印追踪 ，约束条件包括支持 DLP 正则库、支持 敏感数据 OCR、支持 水印追踪。</a:t>
            </a:r>
          </a:p>
          <a:p>
            <a:r>
              <a:rPr sz="1200"/>
              <a:t>在企业版部署中，数据防泄漏 将 事件摄取吞吐 设计为 320000 events/s，并受到 enterprise-edition、3-node 的边界约束；相关细节记录的 fact_id 为 P007-F122，自 2025-06-01 起生效。</a:t>
            </a:r>
          </a:p>
          <a:p>
            <a:r>
              <a:rPr sz="1200"/>
              <a:t>数据防泄漏 面向 数据防泄漏、隐私计算和数据治理 的高隔离要求，其 API 峰值并发 被定为 9000 req/s；叠加 enterprise-edition 之后，可支撑 320000 events/s 的吞吐基线，覆盖 cn 区域。</a:t>
            </a:r>
          </a:p>
          <a:p>
            <a:r>
              <a:rPr sz="1200"/>
              <a:t>从运维视角看，数据防泄漏 在 v3.5-cn-finance 上的 P95 检索延迟 表现稳定为 30 ms，p95、warm；这一口径与相邻产品 P008 的 数据防泄漏、隐私计算和数据治理 联合方案保持一致。</a:t>
            </a:r>
          </a:p>
          <a:p>
            <a:r>
              <a:rPr sz="1200"/>
              <a:t>数据防泄漏 的产品资料强调 最大单文档上传；在默认配置下等于 64 MB，约束为 默认限制。当工作负载包含 脱敏、防泄漏、水印、敏感识别、DLP、外发审计、数据分类、边界 等能力维度时，上述约束保持不变。</a:t>
            </a:r>
          </a:p>
          <a:p>
            <a:r>
              <a:rPr sz="1200"/>
              <a:t>Data Loss Prevention（COVDLP）的 日志/审计留存期 记为 180 days，限定条件 默认；该数值服务于 数据防泄漏、隐私计算和数据治理，由 v3.5-cn-finance 版本正式支持。</a:t>
            </a:r>
          </a:p>
          <a:p>
            <a:r>
              <a:rPr sz="1600"/>
              <a:t>部署形态与建议 - 4</a:t>
            </a:r>
          </a:p>
          <a:p>
            <a:r>
              <a:rPr sz="1200"/>
              <a:t>从运维视角看，数据防泄漏 在 v3.5-cn-finance 上的 不支持能力 表现稳定为 不支持主库直接内联扫描 ，negation；这一口径与相邻产品 P008 的 数据防泄漏、隐私计算和数据治理 联合方案保持一致。</a:t>
            </a:r>
          </a:p>
          <a:p>
            <a:r>
              <a:rPr sz="1200"/>
              <a:t>数据防泄漏 的产品资料强调 否定事实；在默认配置下等于 仅企业版支持跨边界脱敏 ，约束为 negation、must-not-claim。当工作负载包含 脱敏、防泄漏、水印、敏感识别、DLP、外发审计、数据分类、边界 等能力维度时，上述约束保持不变。</a:t>
            </a:r>
          </a:p>
          <a:p>
            <a:r>
              <a:rPr sz="1200"/>
              <a:t>Data Loss Prevention（COVDLP）的 否定事实 记为 不支持 S3 未挂载桶扫描 ，限定条件 negation、must-not-claim；该数值服务于 数据防泄漏、隐私计算和数据治理，由 v3.5-cn-finance 版本正式支持。</a:t>
            </a:r>
          </a:p>
          <a:p>
            <a:r>
              <a:rPr sz="1200"/>
              <a:t>关于 数据防泄漏 的 可用性目标，文献给出的标准口径为 99.9 percent，并附加 enterprise-SLA 说明；这是评估 数据防泄漏、隐私计算和数据治理 能力时的重要依据（P007-F133）。</a:t>
            </a:r>
          </a:p>
          <a:p>
            <a:r>
              <a:rPr sz="1200"/>
              <a:t>数据防泄漏 v3.5-cn-finance 的 合规基座 配置为 GB-35273/CAC-审查-P007 ；在 zh-cn 场景下仍能维持 30 ms 的 P95 延迟，符合 cn 区域的运营要求。</a:t>
            </a:r>
          </a:p>
          <a:p>
            <a:r>
              <a:rPr sz="1200"/>
              <a:t>数据防泄漏（Data Loss Prevention，代号 COVDLP）隶属于数据防泄漏、隐私计算和数据治理场景，当前生命状态ACTIVE，当前版本线 v3.5。其 企业版起价 的取值/配置为 18590 cny/月，约束条件包括per-org、annual。</a:t>
            </a:r>
          </a:p>
          <a:p>
            <a:r>
              <a:rPr sz="1200"/>
              <a:t>在企业版部署中，数据防泄漏 将 主邻接产品 设计为 P008 product，并受到 邻接 P008 的边界约束；相关细节记录的 fact_id 为 P007-F136，自 2025-02-01 起生效。</a:t>
            </a:r>
          </a:p>
          <a:p>
            <a:r>
              <a:rPr sz="1200"/>
              <a:t>数据防泄漏 面向 数据防泄漏、隐私计算和数据治理 的高隔离要求，其 旧版事件吞吐 被定为 198400 events/s；叠加 v3.4、legacy 之后，可支撑 320000 events/s 的吞吐基线，覆盖 cn 区域。</a:t>
            </a:r>
          </a:p>
          <a:p>
            <a:r>
              <a:rPr sz="1200"/>
              <a:t>从运维视角看，数据防泄漏 在 v3.5-cn-finance 上的 旧版 P95 延迟 表现稳定为 51 ms，v3.4、legacy；这一口径与相邻产品 P008 的 数据防泄漏、隐私计算和数据治理 联合方案保持一致。</a:t>
            </a:r>
          </a:p>
          <a:p>
            <a:r>
              <a:rPr sz="1200"/>
              <a:t>数据防泄漏 的产品资料强调 与 P008 兼容；在默认配置下等于 true bool，约束为 edge P007-&gt;P008。当工作负载包含 脱敏、防泄漏、水印、敏感识别、DLP、外发审计、数据分类、边界 等能力维度时，上述约束保持不变。</a:t>
            </a:r>
          </a:p>
          <a:p>
            <a:r>
              <a:rPr sz="1200"/>
              <a:t>Data Loss Prevention（COVDLP）的 与 P015 兼容 记为 true bool，限定条件 edge P007-&gt;P015；该数值服务于 数据防泄漏、隐私计算和数据治理，由 v3.5-cn-finance 版本正式支持。</a:t>
            </a:r>
          </a:p>
          <a:p>
            <a:r>
              <a:rPr sz="1200"/>
              <a:t>关于 数据防泄漏 的 核心协议，文献给出的标准口径为 DLP 正则库、敏感数据 OCR、水印追踪 ，并附加 支持 DLP 正则库、支持 敏感数据 OCR、支持 水印追踪 说明；这是评估 数据防泄漏、隐私计算和数据治理 能力时的重要依据（P007-F121）。</a:t>
            </a:r>
          </a:p>
          <a:p>
            <a:r>
              <a:rPr sz="1200"/>
              <a:t>数据防泄漏 v3.5-cn-finance 的 事件摄取吞吐 配置为 320000 events/s；在 enterprise-edition、3-node 场景下仍能维持 30 ms 的 P95 延迟，符合 cn 区域的运营要求。</a:t>
            </a:r>
          </a:p>
          <a:p>
            <a:r>
              <a:rPr sz="1200"/>
              <a:t>数据防泄漏（Data Loss Prevention，代号 COVDLP）隶属于数据防泄漏、隐私计算和数据治理场景，当前生命状态ACTIVE，当前版本线 v3.5。其 API 峰值并发 的取值/配置为 9000 req/s，约束条件包括enterprise-edition。</a:t>
            </a:r>
          </a:p>
          <a:p>
            <a:r>
              <a:rPr sz="1200"/>
              <a:t>在企业版部署中，数据防泄漏 将 P95 检索延迟 设计为 30 ms，并受到 p95、warm 的边界约束；相关细节记录的 fact_id 为 P007-F124，自 2026-01-01 起生效。</a:t>
            </a:r>
          </a:p>
          <a:p>
            <a:r>
              <a:rPr sz="1200"/>
              <a:t>数据防泄漏 面向 数据防泄漏、隐私计算和数据治理 的高隔离要求，其 最大单文档上传 被定为 64 MB；叠加 默认限制 之后，可支撑 320000 events/s 的吞吐基线，覆盖 cn 区域。</a:t>
            </a:r>
          </a:p>
          <a:p>
            <a:r>
              <a:rPr sz="1200"/>
              <a:t>从运维视角看，数据防泄漏 在 v3.5-cn-finance 上的 日志/审计留存期 表现稳定为 180 days，默认；这一口径与相邻产品 P008 的 数据防泄漏、隐私计算和数据治理 联合方案保持一致。</a:t>
            </a:r>
          </a:p>
          <a:p>
            <a:r>
              <a:rPr sz="1200"/>
              <a:t>数据防泄漏 的产品资料强调 批量接口吞吐；在默认配置下等于 7800 ops/s，约束为 batch=512。当工作负载包含 脱敏、防泄漏、水印、敏感识别、DLP、外发审计、数据分类、边界 等能力维度时，上述约束保持不变。</a:t>
            </a:r>
          </a:p>
          <a:p>
            <a:r>
              <a:rPr sz="1200"/>
              <a:t>Data Loss Prevention（COVDLP）的 当前版本线 记为 v3.5 version，限定条件 GA；该数值服务于 数据防泄漏、隐私计算和数据治理，由 v3.5-cn-finance 版本正式支持。</a:t>
            </a:r>
          </a:p>
          <a:p>
            <a:r>
              <a:rPr sz="1200"/>
              <a:t>关于 数据防泄漏 的 默认批次大小，文献给出的标准口径为 512 items，并附加 可配置 说明；这是评估 数据防泄漏、隐私计算和数据治理 能力时的重要依据（P007-F129）。</a:t>
            </a:r>
          </a:p>
          <a:p>
            <a:r>
              <a:rPr sz="1600"/>
              <a:t>否定事实与边界</a:t>
            </a:r>
          </a:p>
          <a:p>
            <a:r>
              <a:rPr sz="1200"/>
              <a:t>边界事实（must-not-claim）：仅企业版支持跨边界脱敏。</a:t>
            </a:r>
          </a:p>
          <a:p>
            <a:r>
              <a:rPr sz="1200"/>
              <a:t>边界事实：数据防泄漏 不支持 不支持主库直接内联扫描（详见 P007-F 系事实）。</a:t>
            </a:r>
          </a:p>
          <a:p>
            <a:r>
              <a:rPr sz="1200"/>
              <a:t>边界事实（must-not-claim）：不支持 S3 未挂载桶扫描。</a:t>
            </a:r>
          </a:p>
          <a:p>
            <a:r>
              <a:rPr sz="1200"/>
              <a:t>边界事实：数据防泄漏 不支持 不支持主库直接内联扫描（详见 P007-F 系事实）。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